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3"/>
  </p:sldMasterIdLst>
  <p:notesMasterIdLst>
    <p:notesMasterId r:id="rId5"/>
  </p:notesMasterIdLst>
  <p:handoutMasterIdLst>
    <p:handoutMasterId r:id="rId24"/>
  </p:handoutMasterIdLst>
  <p:sldIdLst>
    <p:sldId id="371" r:id="rId4"/>
    <p:sldId id="395" r:id="rId6"/>
    <p:sldId id="397" r:id="rId7"/>
    <p:sldId id="396" r:id="rId8"/>
    <p:sldId id="434" r:id="rId9"/>
    <p:sldId id="403" r:id="rId10"/>
    <p:sldId id="435" r:id="rId11"/>
    <p:sldId id="384" r:id="rId12"/>
    <p:sldId id="439" r:id="rId13"/>
    <p:sldId id="440" r:id="rId14"/>
    <p:sldId id="442" r:id="rId15"/>
    <p:sldId id="451" r:id="rId16"/>
    <p:sldId id="457" r:id="rId17"/>
    <p:sldId id="458" r:id="rId18"/>
    <p:sldId id="450" r:id="rId19"/>
    <p:sldId id="444" r:id="rId20"/>
    <p:sldId id="452" r:id="rId21"/>
    <p:sldId id="453" r:id="rId22"/>
    <p:sldId id="445" r:id="rId23"/>
  </p:sldIdLst>
  <p:sldSz cx="12192000" cy="6858000"/>
  <p:notesSz cx="6858000" cy="9144000"/>
  <p:defaultTex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165"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61F2"/>
    <a:srgbClr val="E39F16"/>
    <a:srgbClr val="1181AE"/>
    <a:srgbClr val="F794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63" autoAdjust="0"/>
    <p:restoredTop sz="86356" autoAdjust="0"/>
  </p:normalViewPr>
  <p:slideViewPr>
    <p:cSldViewPr showGuides="1">
      <p:cViewPr varScale="1">
        <p:scale>
          <a:sx n="68" d="100"/>
          <a:sy n="68" d="100"/>
        </p:scale>
        <p:origin x="-924" y="-90"/>
      </p:cViewPr>
      <p:guideLst>
        <p:guide orient="horz" pos="2169"/>
        <p:guide pos="3835"/>
      </p:guideLst>
    </p:cSldViewPr>
  </p:slideViewPr>
  <p:outlineViewPr>
    <p:cViewPr>
      <p:scale>
        <a:sx n="33" d="100"/>
        <a:sy n="33" d="100"/>
      </p:scale>
      <p:origin x="0" y="912"/>
    </p:cViewPr>
  </p:outlineViewPr>
  <p:notesTextViewPr>
    <p:cViewPr>
      <p:scale>
        <a:sx n="1" d="1"/>
        <a:sy n="1" d="1"/>
      </p:scale>
      <p:origin x="0" y="0"/>
    </p:cViewPr>
  </p:notesTextViewPr>
  <p:notesViewPr>
    <p:cSldViewPr>
      <p:cViewPr varScale="1">
        <p:scale>
          <a:sx n="57" d="100"/>
          <a:sy n="57" d="100"/>
        </p:scale>
        <p:origin x="2952" y="42"/>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61026FA-005D-4F83-91B7-4A67E527D09C}"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C7035807-436B-4098-B283-CFDB1C2C895B}">
      <dgm:prSet phldrT="[Text]" custT="1"/>
      <dgm:spPr>
        <a:ln w="38100">
          <a:solidFill>
            <a:schemeClr val="bg1"/>
          </a:solidFill>
        </a:ln>
        <a:effectLst>
          <a:outerShdw blurRad="50800" dist="38100" dir="2700000" algn="tl" rotWithShape="0">
            <a:prstClr val="black">
              <a:alpha val="40000"/>
            </a:prstClr>
          </a:outerShdw>
        </a:effectLst>
      </dgm:spPr>
      <dgm:t>
        <a:bodyPr/>
        <a:lstStyle/>
        <a:p>
          <a:r>
            <a:rPr lang="en-US" sz="1600" b="1" dirty="0" smtClean="0">
              <a:solidFill>
                <a:schemeClr val="bg1"/>
              </a:solidFill>
              <a:latin typeface="Arial" panose="020B0604020202020204" pitchFamily="34" charset="0"/>
              <a:cs typeface="Arial" panose="020B0604020202020204" pitchFamily="34" charset="0"/>
            </a:rPr>
            <a:t>Name</a:t>
          </a:r>
          <a:r>
            <a:rPr lang="en-US" sz="1600" dirty="0" smtClean="0">
              <a:solidFill>
                <a:schemeClr val="bg1"/>
              </a:solidFill>
              <a:latin typeface="Arial" panose="020B0604020202020204" pitchFamily="34" charset="0"/>
              <a:cs typeface="Arial" panose="020B0604020202020204" pitchFamily="34" charset="0"/>
            </a:rPr>
            <a:t>: Daramola Oluwafemi Michael</a:t>
          </a:r>
          <a:endParaRPr lang="en-US" sz="1600" dirty="0">
            <a:solidFill>
              <a:schemeClr val="bg1"/>
            </a:solidFill>
          </a:endParaRPr>
        </a:p>
      </dgm:t>
    </dgm:pt>
    <dgm:pt modelId="{CF38784C-E47C-4381-88BA-3A6C34619753}" cxnId="{568EF7AE-5E7A-4A4B-8C1E-7742DE39B02B}" type="parTrans">
      <dgm:prSet/>
      <dgm:spPr/>
      <dgm:t>
        <a:bodyPr/>
        <a:lstStyle/>
        <a:p>
          <a:endParaRPr lang="en-US" sz="1600">
            <a:solidFill>
              <a:schemeClr val="bg1"/>
            </a:solidFill>
          </a:endParaRPr>
        </a:p>
      </dgm:t>
    </dgm:pt>
    <dgm:pt modelId="{9FD588D3-FE2F-4AEF-ABC5-9048826E4994}" cxnId="{568EF7AE-5E7A-4A4B-8C1E-7742DE39B02B}" type="sibTrans">
      <dgm:prSet/>
      <dgm:spPr>
        <a:solidFill>
          <a:schemeClr val="tx1">
            <a:lumMod val="50000"/>
            <a:lumOff val="50000"/>
          </a:schemeClr>
        </a:solidFill>
        <a:ln>
          <a:noFill/>
        </a:ln>
      </dgm:spPr>
      <dgm:t>
        <a:bodyPr/>
        <a:lstStyle/>
        <a:p>
          <a:endParaRPr lang="en-US" sz="1600">
            <a:solidFill>
              <a:schemeClr val="bg1"/>
            </a:solidFill>
          </a:endParaRPr>
        </a:p>
      </dgm:t>
    </dgm:pt>
    <dgm:pt modelId="{493133E4-0A75-4988-B893-C64C3896137C}">
      <dgm:prSet phldrT="[Text]" custT="1"/>
      <dgm:spPr>
        <a:solidFill>
          <a:schemeClr val="accent2"/>
        </a:solidFill>
        <a:ln w="38100">
          <a:solidFill>
            <a:schemeClr val="bg1"/>
          </a:solidFill>
        </a:ln>
        <a:effectLst>
          <a:outerShdw blurRad="50800" dist="38100" dir="2700000" algn="tl" rotWithShape="0">
            <a:prstClr val="black">
              <a:alpha val="40000"/>
            </a:prstClr>
          </a:outerShdw>
        </a:effectLst>
      </dgm:spPr>
      <dgm:t>
        <a:bodyPr/>
        <a:lstStyle/>
        <a:p>
          <a:r>
            <a:rPr lang="en-US" sz="1600" b="1" dirty="0" smtClean="0">
              <a:solidFill>
                <a:schemeClr val="bg1"/>
              </a:solidFill>
              <a:latin typeface="Arial" panose="020B0604020202020204" pitchFamily="34" charset="0"/>
              <a:cs typeface="Arial" panose="020B0604020202020204" pitchFamily="34" charset="0"/>
            </a:rPr>
            <a:t>Department</a:t>
          </a:r>
          <a:r>
            <a:rPr lang="en-US" sz="1600" dirty="0" smtClean="0">
              <a:solidFill>
                <a:schemeClr val="bg1"/>
              </a:solidFill>
              <a:latin typeface="Arial" panose="020B0604020202020204" pitchFamily="34" charset="0"/>
              <a:cs typeface="Arial" panose="020B0604020202020204" pitchFamily="34" charset="0"/>
            </a:rPr>
            <a:t>: Electrical/Electronics Engineering</a:t>
          </a:r>
          <a:endParaRPr lang="en-US" sz="1600" dirty="0">
            <a:solidFill>
              <a:schemeClr val="bg1"/>
            </a:solidFill>
          </a:endParaRPr>
        </a:p>
      </dgm:t>
    </dgm:pt>
    <dgm:pt modelId="{786492F5-D397-4BFF-8CD6-C70719EE8EC7}" cxnId="{BBC9D532-9666-4D18-8598-ADC8785C9EE5}" type="parTrans">
      <dgm:prSet/>
      <dgm:spPr/>
      <dgm:t>
        <a:bodyPr/>
        <a:lstStyle/>
        <a:p>
          <a:endParaRPr lang="en-US" sz="1600">
            <a:solidFill>
              <a:schemeClr val="bg1"/>
            </a:solidFill>
          </a:endParaRPr>
        </a:p>
      </dgm:t>
    </dgm:pt>
    <dgm:pt modelId="{5407D118-DF82-41F2-B25C-B08B875AD3C1}" cxnId="{BBC9D532-9666-4D18-8598-ADC8785C9EE5}" type="sibTrans">
      <dgm:prSet/>
      <dgm:spPr/>
      <dgm:t>
        <a:bodyPr/>
        <a:lstStyle/>
        <a:p>
          <a:endParaRPr lang="en-US" sz="1600">
            <a:solidFill>
              <a:schemeClr val="bg1"/>
            </a:solidFill>
          </a:endParaRPr>
        </a:p>
      </dgm:t>
    </dgm:pt>
    <dgm:pt modelId="{05AAF50B-5C87-4E19-B1B3-38E188CC8D32}">
      <dgm:prSet phldrT="[Text]" custT="1"/>
      <dgm:spPr>
        <a:solidFill>
          <a:schemeClr val="accent3"/>
        </a:solidFill>
        <a:ln w="38100">
          <a:solidFill>
            <a:schemeClr val="bg1"/>
          </a:solidFill>
        </a:ln>
        <a:effectLst>
          <a:outerShdw blurRad="50800" dist="38100" dir="2700000" algn="tl" rotWithShape="0">
            <a:prstClr val="black">
              <a:alpha val="40000"/>
            </a:prstClr>
          </a:outerShdw>
        </a:effectLst>
      </dgm:spPr>
      <dgm:t>
        <a:bodyPr/>
        <a:lstStyle/>
        <a:p>
          <a:r>
            <a:rPr lang="en-US" sz="1600" dirty="0" smtClean="0">
              <a:solidFill>
                <a:schemeClr val="bg1"/>
              </a:solidFill>
            </a:rPr>
            <a:t>Status: Undergraduate [4</a:t>
          </a:r>
          <a:r>
            <a:rPr lang="en-US" sz="1600" baseline="30000" dirty="0" smtClean="0">
              <a:solidFill>
                <a:schemeClr val="bg1"/>
              </a:solidFill>
            </a:rPr>
            <a:t>th</a:t>
          </a:r>
          <a:r>
            <a:rPr lang="en-US" sz="1600" dirty="0" smtClean="0">
              <a:solidFill>
                <a:schemeClr val="bg1"/>
              </a:solidFill>
            </a:rPr>
            <a:t> Year]</a:t>
          </a:r>
          <a:endParaRPr lang="en-US" sz="1600" dirty="0">
            <a:solidFill>
              <a:schemeClr val="bg1"/>
            </a:solidFill>
          </a:endParaRPr>
        </a:p>
      </dgm:t>
    </dgm:pt>
    <dgm:pt modelId="{7FF2B4BD-297A-43EE-8D5C-D466EF2F37C8}" cxnId="{EE9B1865-1468-41CE-9B5A-69A5D2D9CDD8}" type="parTrans">
      <dgm:prSet/>
      <dgm:spPr/>
      <dgm:t>
        <a:bodyPr/>
        <a:lstStyle/>
        <a:p>
          <a:endParaRPr lang="en-US" sz="1600">
            <a:solidFill>
              <a:schemeClr val="bg1"/>
            </a:solidFill>
          </a:endParaRPr>
        </a:p>
      </dgm:t>
    </dgm:pt>
    <dgm:pt modelId="{16810300-1F98-4C00-98C7-7F4C93CDEE9E}" cxnId="{EE9B1865-1468-41CE-9B5A-69A5D2D9CDD8}" type="sibTrans">
      <dgm:prSet/>
      <dgm:spPr/>
      <dgm:t>
        <a:bodyPr/>
        <a:lstStyle/>
        <a:p>
          <a:endParaRPr lang="en-US" sz="1600">
            <a:solidFill>
              <a:schemeClr val="bg1"/>
            </a:solidFill>
          </a:endParaRPr>
        </a:p>
      </dgm:t>
    </dgm:pt>
    <dgm:pt modelId="{A96F4048-1F86-40B8-8EB8-B0D3CCB904AC}">
      <dgm:prSet custT="1"/>
      <dgm:spPr>
        <a:solidFill>
          <a:schemeClr val="accent6"/>
        </a:solidFill>
        <a:ln w="38100">
          <a:solidFill>
            <a:schemeClr val="bg1"/>
          </a:solidFill>
        </a:ln>
        <a:effectLst>
          <a:outerShdw blurRad="50800" dist="38100" dir="2700000" algn="tl" rotWithShape="0">
            <a:prstClr val="black">
              <a:alpha val="40000"/>
            </a:prstClr>
          </a:outerShdw>
        </a:effectLst>
      </dgm:spPr>
      <dgm:t>
        <a:bodyPr/>
        <a:lstStyle/>
        <a:p>
          <a:r>
            <a:rPr lang="en-US" sz="1600" b="1" dirty="0" smtClean="0">
              <a:solidFill>
                <a:schemeClr val="bg1"/>
              </a:solidFill>
            </a:rPr>
            <a:t>Skills</a:t>
          </a:r>
          <a:r>
            <a:rPr lang="en-US" sz="1600" dirty="0" smtClean="0">
              <a:solidFill>
                <a:schemeClr val="bg1"/>
              </a:solidFill>
            </a:rPr>
            <a:t>:</a:t>
          </a:r>
          <a:r>
            <a:rPr lang="en-US" sz="1600" baseline="0" dirty="0" smtClean="0">
              <a:solidFill>
                <a:schemeClr val="bg1"/>
              </a:solidFill>
            </a:rPr>
            <a:t> Embedded Systems, Software </a:t>
          </a:r>
          <a:r>
            <a:rPr lang="en-US" sz="1600" baseline="0" dirty="0" err="1" smtClean="0">
              <a:solidFill>
                <a:schemeClr val="bg1"/>
              </a:solidFill>
            </a:rPr>
            <a:t>Dev</a:t>
          </a:r>
          <a:r>
            <a:rPr lang="en-US" sz="1600" baseline="0" dirty="0" smtClean="0">
              <a:solidFill>
                <a:schemeClr val="bg1"/>
              </a:solidFill>
            </a:rPr>
            <a:t>, Automation, Electronics &amp; Robotics</a:t>
          </a:r>
          <a:endParaRPr lang="en-US" sz="1600" dirty="0">
            <a:solidFill>
              <a:schemeClr val="bg1"/>
            </a:solidFill>
          </a:endParaRPr>
        </a:p>
      </dgm:t>
    </dgm:pt>
    <dgm:pt modelId="{FB4DE79F-C8CE-4AD5-908F-46F2DD11FEAF}" cxnId="{836D2420-AD9D-45DF-9FEC-CF5DD690EEA6}" type="parTrans">
      <dgm:prSet/>
      <dgm:spPr/>
      <dgm:t>
        <a:bodyPr/>
        <a:lstStyle/>
        <a:p>
          <a:endParaRPr lang="en-US" sz="1600">
            <a:solidFill>
              <a:schemeClr val="bg1"/>
            </a:solidFill>
          </a:endParaRPr>
        </a:p>
      </dgm:t>
    </dgm:pt>
    <dgm:pt modelId="{8A04FE2A-8093-4AA8-9662-819B2383A01F}" cxnId="{836D2420-AD9D-45DF-9FEC-CF5DD690EEA6}" type="sibTrans">
      <dgm:prSet/>
      <dgm:spPr/>
      <dgm:t>
        <a:bodyPr/>
        <a:lstStyle/>
        <a:p>
          <a:endParaRPr lang="en-US" sz="1600">
            <a:solidFill>
              <a:schemeClr val="bg1"/>
            </a:solidFill>
          </a:endParaRPr>
        </a:p>
      </dgm:t>
    </dgm:pt>
    <dgm:pt modelId="{1A27FCBB-E541-4E0E-B1EF-0DC3B82F7D6B}" type="pres">
      <dgm:prSet presAssocID="{B61026FA-005D-4F83-91B7-4A67E527D09C}" presName="Name0" presStyleCnt="0">
        <dgm:presLayoutVars>
          <dgm:chMax val="7"/>
          <dgm:chPref val="7"/>
          <dgm:dir/>
        </dgm:presLayoutVars>
      </dgm:prSet>
      <dgm:spPr/>
      <dgm:t>
        <a:bodyPr/>
        <a:lstStyle/>
        <a:p>
          <a:endParaRPr lang="en-US"/>
        </a:p>
      </dgm:t>
    </dgm:pt>
    <dgm:pt modelId="{1FECFB32-E6B3-4745-B74B-03EBCFD88A4F}" type="pres">
      <dgm:prSet presAssocID="{B61026FA-005D-4F83-91B7-4A67E527D09C}" presName="Name1" presStyleCnt="0"/>
      <dgm:spPr/>
    </dgm:pt>
    <dgm:pt modelId="{E80E83BC-FA7D-41C4-ADB9-CFD4B5BC7C27}" type="pres">
      <dgm:prSet presAssocID="{B61026FA-005D-4F83-91B7-4A67E527D09C}" presName="cycle" presStyleCnt="0"/>
      <dgm:spPr/>
    </dgm:pt>
    <dgm:pt modelId="{60030C70-F1E5-4987-AFAD-C98CFD15F308}" type="pres">
      <dgm:prSet presAssocID="{B61026FA-005D-4F83-91B7-4A67E527D09C}" presName="srcNode" presStyleLbl="node1" presStyleIdx="0" presStyleCnt="4"/>
      <dgm:spPr/>
    </dgm:pt>
    <dgm:pt modelId="{75CD2D43-FF46-486F-8F92-07E6EFDCB430}" type="pres">
      <dgm:prSet presAssocID="{B61026FA-005D-4F83-91B7-4A67E527D09C}" presName="conn" presStyleLbl="parChTrans1D2" presStyleIdx="0" presStyleCnt="1"/>
      <dgm:spPr/>
      <dgm:t>
        <a:bodyPr/>
        <a:lstStyle/>
        <a:p>
          <a:endParaRPr lang="en-US"/>
        </a:p>
      </dgm:t>
    </dgm:pt>
    <dgm:pt modelId="{45661116-E63B-4383-BA11-80CAAF8FBF7E}" type="pres">
      <dgm:prSet presAssocID="{B61026FA-005D-4F83-91B7-4A67E527D09C}" presName="extraNode" presStyleLbl="node1" presStyleIdx="0" presStyleCnt="4"/>
      <dgm:spPr/>
    </dgm:pt>
    <dgm:pt modelId="{4AF4D685-69D0-43E3-9F8A-CC8E8769CF62}" type="pres">
      <dgm:prSet presAssocID="{B61026FA-005D-4F83-91B7-4A67E527D09C}" presName="dstNode" presStyleLbl="node1" presStyleIdx="0" presStyleCnt="4"/>
      <dgm:spPr/>
    </dgm:pt>
    <dgm:pt modelId="{2EDA5132-F085-4E3B-BEF6-ED2C397CDBF7}" type="pres">
      <dgm:prSet presAssocID="{C7035807-436B-4098-B283-CFDB1C2C895B}" presName="text_1" presStyleLbl="node1" presStyleIdx="0" presStyleCnt="4">
        <dgm:presLayoutVars>
          <dgm:bulletEnabled val="1"/>
        </dgm:presLayoutVars>
      </dgm:prSet>
      <dgm:spPr>
        <a:prstGeom prst="roundRect">
          <a:avLst/>
        </a:prstGeom>
      </dgm:spPr>
      <dgm:t>
        <a:bodyPr/>
        <a:lstStyle/>
        <a:p>
          <a:endParaRPr lang="en-US"/>
        </a:p>
      </dgm:t>
    </dgm:pt>
    <dgm:pt modelId="{4A080864-EA3F-460E-A43D-87F682A0B74D}" type="pres">
      <dgm:prSet presAssocID="{C7035807-436B-4098-B283-CFDB1C2C895B}" presName="accent_1" presStyleCnt="0"/>
      <dgm:spPr/>
    </dgm:pt>
    <dgm:pt modelId="{ED3C09F1-2D6D-4190-9E6D-EDDB3272A725}" type="pres">
      <dgm:prSet presAssocID="{C7035807-436B-4098-B283-CFDB1C2C895B}" presName="accentRepeatNode" presStyleLbl="solidFgAcc1" presStyleIdx="0" presStyleCnt="4"/>
      <dgm:spPr>
        <a:blipFill rotWithShape="0">
          <a:blip xmlns:r="http://schemas.openxmlformats.org/officeDocument/2006/relationships" r:embed="rId1"/>
          <a:stretch>
            <a:fillRect/>
          </a:stretch>
        </a:blipFill>
        <a:ln w="38100">
          <a:solidFill>
            <a:schemeClr val="accent1"/>
          </a:solidFill>
        </a:ln>
      </dgm:spPr>
      <dgm:t>
        <a:bodyPr/>
        <a:lstStyle/>
        <a:p>
          <a:endParaRPr lang="en-US"/>
        </a:p>
      </dgm:t>
    </dgm:pt>
    <dgm:pt modelId="{890952B4-38AA-41FF-A5D3-8211D557B0E1}" type="pres">
      <dgm:prSet presAssocID="{493133E4-0A75-4988-B893-C64C3896137C}" presName="text_2" presStyleLbl="node1" presStyleIdx="1" presStyleCnt="4">
        <dgm:presLayoutVars>
          <dgm:bulletEnabled val="1"/>
        </dgm:presLayoutVars>
      </dgm:prSet>
      <dgm:spPr>
        <a:prstGeom prst="roundRect">
          <a:avLst/>
        </a:prstGeom>
      </dgm:spPr>
      <dgm:t>
        <a:bodyPr/>
        <a:lstStyle/>
        <a:p>
          <a:endParaRPr lang="en-US"/>
        </a:p>
      </dgm:t>
    </dgm:pt>
    <dgm:pt modelId="{E83AB650-1351-42AD-B40B-62B6DEA53B72}" type="pres">
      <dgm:prSet presAssocID="{493133E4-0A75-4988-B893-C64C3896137C}" presName="accent_2" presStyleCnt="0"/>
      <dgm:spPr/>
    </dgm:pt>
    <dgm:pt modelId="{BCF104F0-8207-4D4B-8D30-9B5FF072325D}" type="pres">
      <dgm:prSet presAssocID="{493133E4-0A75-4988-B893-C64C3896137C}" presName="accentRepeatNode" presStyleLbl="solidFgAcc1" presStyleIdx="1" presStyleCnt="4"/>
      <dgm:spPr>
        <a:blipFill rotWithShape="0">
          <a:blip xmlns:r="http://schemas.openxmlformats.org/officeDocument/2006/relationships" r:embed="rId2"/>
          <a:stretch>
            <a:fillRect/>
          </a:stretch>
        </a:blipFill>
        <a:ln w="38100">
          <a:solidFill>
            <a:schemeClr val="accent2"/>
          </a:solidFill>
        </a:ln>
      </dgm:spPr>
      <dgm:t>
        <a:bodyPr/>
        <a:lstStyle/>
        <a:p>
          <a:endParaRPr lang="en-US"/>
        </a:p>
      </dgm:t>
    </dgm:pt>
    <dgm:pt modelId="{1D64D228-CAB5-4574-A504-DE95AB25EA27}" type="pres">
      <dgm:prSet presAssocID="{05AAF50B-5C87-4E19-B1B3-38E188CC8D32}" presName="text_3" presStyleLbl="node1" presStyleIdx="2" presStyleCnt="4">
        <dgm:presLayoutVars>
          <dgm:bulletEnabled val="1"/>
        </dgm:presLayoutVars>
      </dgm:prSet>
      <dgm:spPr>
        <a:prstGeom prst="roundRect">
          <a:avLst/>
        </a:prstGeom>
      </dgm:spPr>
      <dgm:t>
        <a:bodyPr/>
        <a:lstStyle/>
        <a:p>
          <a:endParaRPr lang="en-US"/>
        </a:p>
      </dgm:t>
    </dgm:pt>
    <dgm:pt modelId="{BF4E84FF-9029-4B61-A15A-25C1445C740A}" type="pres">
      <dgm:prSet presAssocID="{05AAF50B-5C87-4E19-B1B3-38E188CC8D32}" presName="accent_3" presStyleCnt="0"/>
      <dgm:spPr/>
    </dgm:pt>
    <dgm:pt modelId="{D318C2A8-EF24-405C-81FA-6A044674B627}" type="pres">
      <dgm:prSet presAssocID="{05AAF50B-5C87-4E19-B1B3-38E188CC8D32}" presName="accentRepeatNode" presStyleLbl="solidFgAcc1" presStyleIdx="2" presStyleCnt="4"/>
      <dgm:spPr>
        <a:blipFill rotWithShape="0">
          <a:blip xmlns:r="http://schemas.openxmlformats.org/officeDocument/2006/relationships" r:embed="rId3"/>
          <a:stretch>
            <a:fillRect/>
          </a:stretch>
        </a:blipFill>
        <a:ln w="38100">
          <a:solidFill>
            <a:schemeClr val="accent3"/>
          </a:solidFill>
        </a:ln>
      </dgm:spPr>
      <dgm:t>
        <a:bodyPr/>
        <a:lstStyle/>
        <a:p>
          <a:endParaRPr lang="en-US"/>
        </a:p>
      </dgm:t>
    </dgm:pt>
    <dgm:pt modelId="{2AD0A0C8-9361-497A-9C45-3E989B0D8954}" type="pres">
      <dgm:prSet presAssocID="{A96F4048-1F86-40B8-8EB8-B0D3CCB904AC}" presName="text_4" presStyleLbl="node1" presStyleIdx="3" presStyleCnt="4">
        <dgm:presLayoutVars>
          <dgm:bulletEnabled val="1"/>
        </dgm:presLayoutVars>
      </dgm:prSet>
      <dgm:spPr/>
      <dgm:t>
        <a:bodyPr/>
        <a:lstStyle/>
        <a:p>
          <a:endParaRPr lang="en-US"/>
        </a:p>
      </dgm:t>
    </dgm:pt>
    <dgm:pt modelId="{17461E12-34B5-4713-85C3-22A0E19F47C7}" type="pres">
      <dgm:prSet presAssocID="{A96F4048-1F86-40B8-8EB8-B0D3CCB904AC}" presName="accent_4" presStyleCnt="0"/>
      <dgm:spPr/>
    </dgm:pt>
    <dgm:pt modelId="{C565211A-F819-4789-B901-16E10409A102}" type="pres">
      <dgm:prSet presAssocID="{A96F4048-1F86-40B8-8EB8-B0D3CCB904AC}" presName="accentRepeatNode" presStyleLbl="solidFgAcc1" presStyleIdx="3" presStyleCnt="4"/>
      <dgm:spPr>
        <a:blipFill rotWithShape="0">
          <a:blip xmlns:r="http://schemas.openxmlformats.org/officeDocument/2006/relationships" r:embed="rId4"/>
          <a:stretch>
            <a:fillRect/>
          </a:stretch>
        </a:blipFill>
        <a:ln w="38100">
          <a:solidFill>
            <a:schemeClr val="accent6"/>
          </a:solidFill>
        </a:ln>
      </dgm:spPr>
      <dgm:t>
        <a:bodyPr/>
        <a:lstStyle/>
        <a:p>
          <a:endParaRPr lang="en-US"/>
        </a:p>
      </dgm:t>
    </dgm:pt>
  </dgm:ptLst>
  <dgm:cxnLst>
    <dgm:cxn modelId="{C938BED9-24C2-4B1C-8F36-BE8680FDDF27}" type="presOf" srcId="{A96F4048-1F86-40B8-8EB8-B0D3CCB904AC}" destId="{2AD0A0C8-9361-497A-9C45-3E989B0D8954}" srcOrd="0" destOrd="0" presId="urn:microsoft.com/office/officeart/2008/layout/VerticalCurvedList"/>
    <dgm:cxn modelId="{B8E39F72-041A-4778-A2E4-07BD8C506B3F}" type="presOf" srcId="{493133E4-0A75-4988-B893-C64C3896137C}" destId="{890952B4-38AA-41FF-A5D3-8211D557B0E1}" srcOrd="0" destOrd="0" presId="urn:microsoft.com/office/officeart/2008/layout/VerticalCurvedList"/>
    <dgm:cxn modelId="{BBC9D532-9666-4D18-8598-ADC8785C9EE5}" srcId="{B61026FA-005D-4F83-91B7-4A67E527D09C}" destId="{493133E4-0A75-4988-B893-C64C3896137C}" srcOrd="1" destOrd="0" parTransId="{786492F5-D397-4BFF-8CD6-C70719EE8EC7}" sibTransId="{5407D118-DF82-41F2-B25C-B08B875AD3C1}"/>
    <dgm:cxn modelId="{F36C35FD-3EF9-4D94-AFFE-A67705982A6A}" type="presOf" srcId="{9FD588D3-FE2F-4AEF-ABC5-9048826E4994}" destId="{75CD2D43-FF46-486F-8F92-07E6EFDCB430}" srcOrd="0" destOrd="0" presId="urn:microsoft.com/office/officeart/2008/layout/VerticalCurvedList"/>
    <dgm:cxn modelId="{6B41A0F1-BB7F-4E59-8D38-F5A5B6455420}" type="presOf" srcId="{05AAF50B-5C87-4E19-B1B3-38E188CC8D32}" destId="{1D64D228-CAB5-4574-A504-DE95AB25EA27}" srcOrd="0" destOrd="0" presId="urn:microsoft.com/office/officeart/2008/layout/VerticalCurvedList"/>
    <dgm:cxn modelId="{EE9B1865-1468-41CE-9B5A-69A5D2D9CDD8}" srcId="{B61026FA-005D-4F83-91B7-4A67E527D09C}" destId="{05AAF50B-5C87-4E19-B1B3-38E188CC8D32}" srcOrd="2" destOrd="0" parTransId="{7FF2B4BD-297A-43EE-8D5C-D466EF2F37C8}" sibTransId="{16810300-1F98-4C00-98C7-7F4C93CDEE9E}"/>
    <dgm:cxn modelId="{6A8D3B21-9A83-4396-9EDA-83E1D535BA26}" type="presOf" srcId="{B61026FA-005D-4F83-91B7-4A67E527D09C}" destId="{1A27FCBB-E541-4E0E-B1EF-0DC3B82F7D6B}" srcOrd="0" destOrd="0" presId="urn:microsoft.com/office/officeart/2008/layout/VerticalCurvedList"/>
    <dgm:cxn modelId="{568EF7AE-5E7A-4A4B-8C1E-7742DE39B02B}" srcId="{B61026FA-005D-4F83-91B7-4A67E527D09C}" destId="{C7035807-436B-4098-B283-CFDB1C2C895B}" srcOrd="0" destOrd="0" parTransId="{CF38784C-E47C-4381-88BA-3A6C34619753}" sibTransId="{9FD588D3-FE2F-4AEF-ABC5-9048826E4994}"/>
    <dgm:cxn modelId="{836D2420-AD9D-45DF-9FEC-CF5DD690EEA6}" srcId="{B61026FA-005D-4F83-91B7-4A67E527D09C}" destId="{A96F4048-1F86-40B8-8EB8-B0D3CCB904AC}" srcOrd="3" destOrd="0" parTransId="{FB4DE79F-C8CE-4AD5-908F-46F2DD11FEAF}" sibTransId="{8A04FE2A-8093-4AA8-9662-819B2383A01F}"/>
    <dgm:cxn modelId="{5FC484EA-AB9F-4D49-8979-0ED14BE3C77A}" type="presOf" srcId="{C7035807-436B-4098-B283-CFDB1C2C895B}" destId="{2EDA5132-F085-4E3B-BEF6-ED2C397CDBF7}" srcOrd="0" destOrd="0" presId="urn:microsoft.com/office/officeart/2008/layout/VerticalCurvedList"/>
    <dgm:cxn modelId="{7E03A887-9B79-4977-A687-F7AD1376A58B}" type="presParOf" srcId="{1A27FCBB-E541-4E0E-B1EF-0DC3B82F7D6B}" destId="{1FECFB32-E6B3-4745-B74B-03EBCFD88A4F}" srcOrd="0" destOrd="0" presId="urn:microsoft.com/office/officeart/2008/layout/VerticalCurvedList"/>
    <dgm:cxn modelId="{7258B41D-3520-42C0-9178-64B7D5FA3E5C}" type="presParOf" srcId="{1FECFB32-E6B3-4745-B74B-03EBCFD88A4F}" destId="{E80E83BC-FA7D-41C4-ADB9-CFD4B5BC7C27}" srcOrd="0" destOrd="0" presId="urn:microsoft.com/office/officeart/2008/layout/VerticalCurvedList"/>
    <dgm:cxn modelId="{7C293401-52E7-4C3C-A4E9-3B7A9E94F407}" type="presParOf" srcId="{E80E83BC-FA7D-41C4-ADB9-CFD4B5BC7C27}" destId="{60030C70-F1E5-4987-AFAD-C98CFD15F308}" srcOrd="0" destOrd="0" presId="urn:microsoft.com/office/officeart/2008/layout/VerticalCurvedList"/>
    <dgm:cxn modelId="{58A686AA-F5DB-4A00-897A-82D165640010}" type="presParOf" srcId="{E80E83BC-FA7D-41C4-ADB9-CFD4B5BC7C27}" destId="{75CD2D43-FF46-486F-8F92-07E6EFDCB430}" srcOrd="1" destOrd="0" presId="urn:microsoft.com/office/officeart/2008/layout/VerticalCurvedList"/>
    <dgm:cxn modelId="{0C52AE87-85E4-4742-A257-A2DC514E6E5E}" type="presParOf" srcId="{E80E83BC-FA7D-41C4-ADB9-CFD4B5BC7C27}" destId="{45661116-E63B-4383-BA11-80CAAF8FBF7E}" srcOrd="2" destOrd="0" presId="urn:microsoft.com/office/officeart/2008/layout/VerticalCurvedList"/>
    <dgm:cxn modelId="{98D6854D-BCCF-428E-A28F-73A61E380CA4}" type="presParOf" srcId="{E80E83BC-FA7D-41C4-ADB9-CFD4B5BC7C27}" destId="{4AF4D685-69D0-43E3-9F8A-CC8E8769CF62}" srcOrd="3" destOrd="0" presId="urn:microsoft.com/office/officeart/2008/layout/VerticalCurvedList"/>
    <dgm:cxn modelId="{5B5616CF-84EB-47B0-B616-AB33882A4808}" type="presParOf" srcId="{1FECFB32-E6B3-4745-B74B-03EBCFD88A4F}" destId="{2EDA5132-F085-4E3B-BEF6-ED2C397CDBF7}" srcOrd="1" destOrd="0" presId="urn:microsoft.com/office/officeart/2008/layout/VerticalCurvedList"/>
    <dgm:cxn modelId="{6869E131-93C7-4493-82BF-1E7ED9EA8516}" type="presParOf" srcId="{1FECFB32-E6B3-4745-B74B-03EBCFD88A4F}" destId="{4A080864-EA3F-460E-A43D-87F682A0B74D}" srcOrd="2" destOrd="0" presId="urn:microsoft.com/office/officeart/2008/layout/VerticalCurvedList"/>
    <dgm:cxn modelId="{0CA014AB-0A79-4A81-9BEC-D39C41696B1F}" type="presParOf" srcId="{4A080864-EA3F-460E-A43D-87F682A0B74D}" destId="{ED3C09F1-2D6D-4190-9E6D-EDDB3272A725}" srcOrd="0" destOrd="0" presId="urn:microsoft.com/office/officeart/2008/layout/VerticalCurvedList"/>
    <dgm:cxn modelId="{C7A5185D-21F7-4C12-A95D-6AEAA176A77E}" type="presParOf" srcId="{1FECFB32-E6B3-4745-B74B-03EBCFD88A4F}" destId="{890952B4-38AA-41FF-A5D3-8211D557B0E1}" srcOrd="3" destOrd="0" presId="urn:microsoft.com/office/officeart/2008/layout/VerticalCurvedList"/>
    <dgm:cxn modelId="{5B40D966-21BC-4AE3-8C49-2C1D1CB15B5F}" type="presParOf" srcId="{1FECFB32-E6B3-4745-B74B-03EBCFD88A4F}" destId="{E83AB650-1351-42AD-B40B-62B6DEA53B72}" srcOrd="4" destOrd="0" presId="urn:microsoft.com/office/officeart/2008/layout/VerticalCurvedList"/>
    <dgm:cxn modelId="{460001C2-F265-4494-A706-6F456D55BBF2}" type="presParOf" srcId="{E83AB650-1351-42AD-B40B-62B6DEA53B72}" destId="{BCF104F0-8207-4D4B-8D30-9B5FF072325D}" srcOrd="0" destOrd="0" presId="urn:microsoft.com/office/officeart/2008/layout/VerticalCurvedList"/>
    <dgm:cxn modelId="{AB687C8C-C6B7-4519-AB96-B1CD34C465B1}" type="presParOf" srcId="{1FECFB32-E6B3-4745-B74B-03EBCFD88A4F}" destId="{1D64D228-CAB5-4574-A504-DE95AB25EA27}" srcOrd="5" destOrd="0" presId="urn:microsoft.com/office/officeart/2008/layout/VerticalCurvedList"/>
    <dgm:cxn modelId="{75DF8042-93B6-40BD-985B-3231EF09D99D}" type="presParOf" srcId="{1FECFB32-E6B3-4745-B74B-03EBCFD88A4F}" destId="{BF4E84FF-9029-4B61-A15A-25C1445C740A}" srcOrd="6" destOrd="0" presId="urn:microsoft.com/office/officeart/2008/layout/VerticalCurvedList"/>
    <dgm:cxn modelId="{7F29112A-E26B-4C0F-B104-E70F29520CFE}" type="presParOf" srcId="{BF4E84FF-9029-4B61-A15A-25C1445C740A}" destId="{D318C2A8-EF24-405C-81FA-6A044674B627}" srcOrd="0" destOrd="0" presId="urn:microsoft.com/office/officeart/2008/layout/VerticalCurvedList"/>
    <dgm:cxn modelId="{CE63DE56-D9FA-4FAD-B7EB-DB30F3771F5E}" type="presParOf" srcId="{1FECFB32-E6B3-4745-B74B-03EBCFD88A4F}" destId="{2AD0A0C8-9361-497A-9C45-3E989B0D8954}" srcOrd="7" destOrd="0" presId="urn:microsoft.com/office/officeart/2008/layout/VerticalCurvedList"/>
    <dgm:cxn modelId="{9BD9DB48-BDCD-43D5-BE40-7B6EA6703F1E}" type="presParOf" srcId="{1FECFB32-E6B3-4745-B74B-03EBCFD88A4F}" destId="{17461E12-34B5-4713-85C3-22A0E19F47C7}" srcOrd="8" destOrd="0" presId="urn:microsoft.com/office/officeart/2008/layout/VerticalCurvedList"/>
    <dgm:cxn modelId="{ED8E4A8B-4248-4D30-B96F-4987DB49E0E0}" type="presParOf" srcId="{17461E12-34B5-4713-85C3-22A0E19F47C7}" destId="{C565211A-F819-4789-B901-16E10409A102}"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007777" cy="5417256"/>
        <a:chOff x="0" y="0"/>
        <a:chExt cx="6007777" cy="5417256"/>
      </a:xfrm>
    </dsp:grpSpPr>
    <dsp:sp modelId="{75CD2D43-FF46-486F-8F92-07E6EFDCB430}">
      <dsp:nvSpPr>
        <dsp:cNvPr id="4" name="Block Arc 3"/>
        <dsp:cNvSpPr/>
      </dsp:nvSpPr>
      <dsp:spPr bwMode="white">
        <a:xfrm>
          <a:off x="-6061425" y="-949768"/>
          <a:ext cx="7316792" cy="7316792"/>
        </a:xfrm>
        <a:prstGeom prst="blockArc">
          <a:avLst>
            <a:gd name="adj1" fmla="val 18900000"/>
            <a:gd name="adj2" fmla="val 2700000"/>
            <a:gd name="adj3" fmla="val 247"/>
          </a:avLst>
        </a:prstGeom>
        <a:solidFill>
          <a:schemeClr val="tx1">
            <a:lumMod val="50000"/>
            <a:lumOff val="50000"/>
          </a:schemeClr>
        </a:solidFill>
        <a:ln>
          <a:noFill/>
        </a:ln>
      </dsp:spPr>
      <dsp:style>
        <a:lnRef idx="2">
          <a:schemeClr val="accent1">
            <a:shade val="60000"/>
          </a:schemeClr>
        </a:lnRef>
        <a:fillRef idx="0">
          <a:schemeClr val="accent1"/>
        </a:fillRef>
        <a:effectRef idx="0">
          <a:scrgbClr r="0" g="0" b="0"/>
        </a:effectRef>
        <a:fontRef idx="minor"/>
      </dsp:style>
      <dsp:txXfrm>
        <a:off x="-6061425" y="-949768"/>
        <a:ext cx="7316792" cy="7316792"/>
      </dsp:txXfrm>
    </dsp:sp>
    <dsp:sp modelId="{2EDA5132-F085-4E3B-BEF6-ED2C397CDBF7}">
      <dsp:nvSpPr>
        <dsp:cNvPr id="7" name="Rounded Rectangle 6"/>
        <dsp:cNvSpPr/>
      </dsp:nvSpPr>
      <dsp:spPr bwMode="white">
        <a:xfrm>
          <a:off x="686908" y="416479"/>
          <a:ext cx="5320869" cy="833391"/>
        </a:xfrm>
        <a:prstGeom prst="roundRect">
          <a:avLst/>
        </a:prstGeom>
        <a:ln w="38100">
          <a:solidFill>
            <a:schemeClr val="bg1"/>
          </a:solidFill>
        </a:ln>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661503" tIns="40640" rIns="40640" bIns="4064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sz="1600" b="1" dirty="0" smtClean="0">
              <a:solidFill>
                <a:schemeClr val="bg1"/>
              </a:solidFill>
              <a:latin typeface="Arial" panose="020B0604020202020204" pitchFamily="34" charset="0"/>
              <a:cs typeface="Arial" panose="020B0604020202020204" pitchFamily="34" charset="0"/>
            </a:rPr>
            <a:t>Name</a:t>
          </a:r>
          <a:r>
            <a:rPr lang="en-US" sz="1600" dirty="0" smtClean="0">
              <a:solidFill>
                <a:schemeClr val="bg1"/>
              </a:solidFill>
              <a:latin typeface="Arial" panose="020B0604020202020204" pitchFamily="34" charset="0"/>
              <a:cs typeface="Arial" panose="020B0604020202020204" pitchFamily="34" charset="0"/>
            </a:rPr>
            <a:t>: Daramola Oluwafemi Michael</a:t>
          </a:r>
          <a:endParaRPr lang="en-US" sz="1600" dirty="0">
            <a:solidFill>
              <a:schemeClr val="bg1"/>
            </a:solidFill>
          </a:endParaRPr>
        </a:p>
      </dsp:txBody>
      <dsp:txXfrm>
        <a:off x="686908" y="416479"/>
        <a:ext cx="5320869" cy="833391"/>
      </dsp:txXfrm>
    </dsp:sp>
    <dsp:sp modelId="{ED3C09F1-2D6D-4190-9E6D-EDDB3272A725}">
      <dsp:nvSpPr>
        <dsp:cNvPr id="8" name="Oval 7"/>
        <dsp:cNvSpPr/>
      </dsp:nvSpPr>
      <dsp:spPr bwMode="white">
        <a:xfrm>
          <a:off x="166039" y="312305"/>
          <a:ext cx="1041738" cy="1041738"/>
        </a:xfrm>
        <a:prstGeom prst="ellipse">
          <a:avLst/>
        </a:prstGeom>
        <a:blipFill rotWithShape="0">
          <a:blip r:embed="rId1"/>
          <a:stretch>
            <a:fillRect/>
          </a:stretch>
        </a:blipFill>
        <a:ln w="38100">
          <a:solidFill>
            <a:schemeClr val="accent1"/>
          </a:solidFill>
        </a:ln>
      </dsp:spPr>
      <dsp:style>
        <a:lnRef idx="2">
          <a:schemeClr val="accent1"/>
        </a:lnRef>
        <a:fillRef idx="1">
          <a:schemeClr val="lt1"/>
        </a:fillRef>
        <a:effectRef idx="0">
          <a:scrgbClr r="0" g="0" b="0"/>
        </a:effectRef>
        <a:fontRef idx="minor"/>
      </dsp:style>
      <dsp:txXfrm>
        <a:off x="166039" y="312305"/>
        <a:ext cx="1041738" cy="1041738"/>
      </dsp:txXfrm>
    </dsp:sp>
    <dsp:sp modelId="{890952B4-38AA-41FF-A5D3-8211D557B0E1}">
      <dsp:nvSpPr>
        <dsp:cNvPr id="9" name="Rounded Rectangle 8"/>
        <dsp:cNvSpPr/>
      </dsp:nvSpPr>
      <dsp:spPr bwMode="white">
        <a:xfrm>
          <a:off x="1164710" y="1666781"/>
          <a:ext cx="4843067" cy="833391"/>
        </a:xfrm>
        <a:prstGeom prst="roundRect">
          <a:avLst/>
        </a:prstGeom>
        <a:solidFill>
          <a:schemeClr val="accent2"/>
        </a:solidFill>
        <a:ln w="38100">
          <a:solidFill>
            <a:schemeClr val="bg1"/>
          </a:solidFill>
        </a:ln>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661503" tIns="40640" rIns="40640" bIns="4064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sz="1600" b="1" dirty="0" smtClean="0">
              <a:solidFill>
                <a:schemeClr val="bg1"/>
              </a:solidFill>
              <a:latin typeface="Arial" panose="020B0604020202020204" pitchFamily="34" charset="0"/>
              <a:cs typeface="Arial" panose="020B0604020202020204" pitchFamily="34" charset="0"/>
            </a:rPr>
            <a:t>Department</a:t>
          </a:r>
          <a:r>
            <a:rPr lang="en-US" sz="1600" dirty="0" smtClean="0">
              <a:solidFill>
                <a:schemeClr val="bg1"/>
              </a:solidFill>
              <a:latin typeface="Arial" panose="020B0604020202020204" pitchFamily="34" charset="0"/>
              <a:cs typeface="Arial" panose="020B0604020202020204" pitchFamily="34" charset="0"/>
            </a:rPr>
            <a:t>: Electrical/Electronics Engineering</a:t>
          </a:r>
          <a:endParaRPr lang="en-US" sz="1600" dirty="0">
            <a:solidFill>
              <a:schemeClr val="bg1"/>
            </a:solidFill>
          </a:endParaRPr>
        </a:p>
      </dsp:txBody>
      <dsp:txXfrm>
        <a:off x="1164710" y="1666781"/>
        <a:ext cx="4843067" cy="833391"/>
      </dsp:txXfrm>
    </dsp:sp>
    <dsp:sp modelId="{BCF104F0-8207-4D4B-8D30-9B5FF072325D}">
      <dsp:nvSpPr>
        <dsp:cNvPr id="10" name="Oval 9"/>
        <dsp:cNvSpPr/>
      </dsp:nvSpPr>
      <dsp:spPr bwMode="white">
        <a:xfrm>
          <a:off x="643841" y="1562607"/>
          <a:ext cx="1041738" cy="1041738"/>
        </a:xfrm>
        <a:prstGeom prst="ellipse">
          <a:avLst/>
        </a:prstGeom>
        <a:blipFill rotWithShape="0">
          <a:blip r:embed="rId2"/>
          <a:stretch>
            <a:fillRect/>
          </a:stretch>
        </a:blipFill>
        <a:ln w="38100">
          <a:solidFill>
            <a:schemeClr val="accent2"/>
          </a:solidFill>
        </a:ln>
      </dsp:spPr>
      <dsp:style>
        <a:lnRef idx="2">
          <a:schemeClr val="accent1"/>
        </a:lnRef>
        <a:fillRef idx="1">
          <a:schemeClr val="lt1"/>
        </a:fillRef>
        <a:effectRef idx="0">
          <a:scrgbClr r="0" g="0" b="0"/>
        </a:effectRef>
        <a:fontRef idx="minor"/>
      </dsp:style>
      <dsp:txXfrm>
        <a:off x="643841" y="1562607"/>
        <a:ext cx="1041738" cy="1041738"/>
      </dsp:txXfrm>
    </dsp:sp>
    <dsp:sp modelId="{1D64D228-CAB5-4574-A504-DE95AB25EA27}">
      <dsp:nvSpPr>
        <dsp:cNvPr id="11" name="Rounded Rectangle 10"/>
        <dsp:cNvSpPr/>
      </dsp:nvSpPr>
      <dsp:spPr bwMode="white">
        <a:xfrm>
          <a:off x="1164710" y="2917084"/>
          <a:ext cx="4843067" cy="833391"/>
        </a:xfrm>
        <a:prstGeom prst="roundRect">
          <a:avLst/>
        </a:prstGeom>
        <a:solidFill>
          <a:schemeClr val="accent3"/>
        </a:solidFill>
        <a:ln w="38100">
          <a:solidFill>
            <a:schemeClr val="bg1"/>
          </a:solidFill>
        </a:ln>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661503" tIns="40640" rIns="40640" bIns="4064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sz="1600" dirty="0" smtClean="0">
              <a:solidFill>
                <a:schemeClr val="bg1"/>
              </a:solidFill>
            </a:rPr>
            <a:t>Status: Undergraduate [4</a:t>
          </a:r>
          <a:r>
            <a:rPr lang="en-US" sz="1600" baseline="30000" dirty="0" smtClean="0">
              <a:solidFill>
                <a:schemeClr val="bg1"/>
              </a:solidFill>
            </a:rPr>
            <a:t>th</a:t>
          </a:r>
          <a:r>
            <a:rPr lang="en-US" sz="1600" dirty="0" smtClean="0">
              <a:solidFill>
                <a:schemeClr val="bg1"/>
              </a:solidFill>
            </a:rPr>
            <a:t> Year]</a:t>
          </a:r>
          <a:endParaRPr lang="en-US" sz="1600" dirty="0">
            <a:solidFill>
              <a:schemeClr val="bg1"/>
            </a:solidFill>
          </a:endParaRPr>
        </a:p>
      </dsp:txBody>
      <dsp:txXfrm>
        <a:off x="1164710" y="2917084"/>
        <a:ext cx="4843067" cy="833391"/>
      </dsp:txXfrm>
    </dsp:sp>
    <dsp:sp modelId="{D318C2A8-EF24-405C-81FA-6A044674B627}">
      <dsp:nvSpPr>
        <dsp:cNvPr id="12" name="Oval 11"/>
        <dsp:cNvSpPr/>
      </dsp:nvSpPr>
      <dsp:spPr bwMode="white">
        <a:xfrm>
          <a:off x="643841" y="2812910"/>
          <a:ext cx="1041738" cy="1041738"/>
        </a:xfrm>
        <a:prstGeom prst="ellipse">
          <a:avLst/>
        </a:prstGeom>
        <a:blipFill rotWithShape="0">
          <a:blip r:embed="rId3"/>
          <a:stretch>
            <a:fillRect/>
          </a:stretch>
        </a:blipFill>
        <a:ln w="38100">
          <a:solidFill>
            <a:schemeClr val="accent3"/>
          </a:solidFill>
        </a:ln>
      </dsp:spPr>
      <dsp:style>
        <a:lnRef idx="2">
          <a:schemeClr val="accent1"/>
        </a:lnRef>
        <a:fillRef idx="1">
          <a:schemeClr val="lt1"/>
        </a:fillRef>
        <a:effectRef idx="0">
          <a:scrgbClr r="0" g="0" b="0"/>
        </a:effectRef>
        <a:fontRef idx="minor"/>
      </dsp:style>
      <dsp:txXfrm>
        <a:off x="643841" y="2812910"/>
        <a:ext cx="1041738" cy="1041738"/>
      </dsp:txXfrm>
    </dsp:sp>
    <dsp:sp modelId="{2AD0A0C8-9361-497A-9C45-3E989B0D8954}">
      <dsp:nvSpPr>
        <dsp:cNvPr id="13" name="Rectangles 12"/>
        <dsp:cNvSpPr/>
      </dsp:nvSpPr>
      <dsp:spPr bwMode="white">
        <a:xfrm>
          <a:off x="686908" y="4167387"/>
          <a:ext cx="5320869" cy="833391"/>
        </a:xfrm>
        <a:prstGeom prst="rect">
          <a:avLst/>
        </a:prstGeom>
        <a:solidFill>
          <a:schemeClr val="accent6"/>
        </a:solidFill>
        <a:ln w="38100">
          <a:solidFill>
            <a:schemeClr val="bg1"/>
          </a:solidFill>
        </a:ln>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661503" tIns="40640" rIns="40640" bIns="4064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sz="1600" b="1" dirty="0" smtClean="0">
              <a:solidFill>
                <a:schemeClr val="bg1"/>
              </a:solidFill>
            </a:rPr>
            <a:t>Skills</a:t>
          </a:r>
          <a:r>
            <a:rPr lang="en-US" sz="1600" dirty="0" smtClean="0">
              <a:solidFill>
                <a:schemeClr val="bg1"/>
              </a:solidFill>
            </a:rPr>
            <a:t>:</a:t>
          </a:r>
          <a:r>
            <a:rPr lang="en-US" sz="1600" baseline="0" dirty="0" smtClean="0">
              <a:solidFill>
                <a:schemeClr val="bg1"/>
              </a:solidFill>
            </a:rPr>
            <a:t> Embedded Systems, Software </a:t>
          </a:r>
          <a:r>
            <a:rPr lang="en-US" sz="1600" baseline="0" dirty="0" err="1" smtClean="0">
              <a:solidFill>
                <a:schemeClr val="bg1"/>
              </a:solidFill>
            </a:rPr>
            <a:t>Dev</a:t>
          </a:r>
          <a:r>
            <a:rPr lang="en-US" sz="1600" baseline="0" dirty="0" smtClean="0">
              <a:solidFill>
                <a:schemeClr val="bg1"/>
              </a:solidFill>
            </a:rPr>
            <a:t>, Automation, Electronics &amp; Robotics</a:t>
          </a:r>
          <a:endParaRPr lang="en-US" sz="1600" dirty="0">
            <a:solidFill>
              <a:schemeClr val="bg1"/>
            </a:solidFill>
          </a:endParaRPr>
        </a:p>
      </dsp:txBody>
      <dsp:txXfrm>
        <a:off x="686908" y="4167387"/>
        <a:ext cx="5320869" cy="833391"/>
      </dsp:txXfrm>
    </dsp:sp>
    <dsp:sp modelId="{C565211A-F819-4789-B901-16E10409A102}">
      <dsp:nvSpPr>
        <dsp:cNvPr id="14" name="Oval 13"/>
        <dsp:cNvSpPr/>
      </dsp:nvSpPr>
      <dsp:spPr bwMode="white">
        <a:xfrm>
          <a:off x="166039" y="4063213"/>
          <a:ext cx="1041738" cy="1041738"/>
        </a:xfrm>
        <a:prstGeom prst="ellipse">
          <a:avLst/>
        </a:prstGeom>
        <a:blipFill rotWithShape="0">
          <a:blip r:embed="rId4"/>
          <a:stretch>
            <a:fillRect/>
          </a:stretch>
        </a:blipFill>
        <a:ln w="38100">
          <a:solidFill>
            <a:schemeClr val="accent6"/>
          </a:solidFill>
        </a:ln>
      </dsp:spPr>
      <dsp:style>
        <a:lnRef idx="2">
          <a:schemeClr val="accent1"/>
        </a:lnRef>
        <a:fillRef idx="1">
          <a:schemeClr val="lt1"/>
        </a:fillRef>
        <a:effectRef idx="0">
          <a:scrgbClr r="0" g="0" b="0"/>
        </a:effectRef>
        <a:fontRef idx="minor"/>
      </dsp:style>
      <dsp:txXfrm>
        <a:off x="166039" y="4063213"/>
        <a:ext cx="1041738" cy="1041738"/>
      </dsp:txXfrm>
    </dsp:sp>
    <dsp:sp modelId="{60030C70-F1E5-4987-AFAD-C98CFD15F308}">
      <dsp:nvSpPr>
        <dsp:cNvPr id="3" name="Rectangles 2" hidden="1"/>
        <dsp:cNvSpPr/>
      </dsp:nvSpPr>
      <dsp:spPr bwMode="white">
        <a:xfrm>
          <a:off x="153120" y="116479"/>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53120" y="116479"/>
        <a:ext cx="36000" cy="36000"/>
      </dsp:txXfrm>
    </dsp:sp>
    <dsp:sp modelId="{45661116-E63B-4383-BA11-80CAAF8FBF7E}">
      <dsp:nvSpPr>
        <dsp:cNvPr id="5" name="Rectangles 4" hidden="1"/>
        <dsp:cNvSpPr/>
      </dsp:nvSpPr>
      <dsp:spPr bwMode="white">
        <a:xfrm>
          <a:off x="1219367" y="2690628"/>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219367" y="2690628"/>
        <a:ext cx="36000" cy="36000"/>
      </dsp:txXfrm>
    </dsp:sp>
    <dsp:sp modelId="{4AF4D685-69D0-43E3-9F8A-CC8E8769CF62}">
      <dsp:nvSpPr>
        <dsp:cNvPr id="6" name="Rectangles 5" hidden="1"/>
        <dsp:cNvSpPr/>
      </dsp:nvSpPr>
      <dsp:spPr bwMode="white">
        <a:xfrm>
          <a:off x="153120" y="5264777"/>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53120" y="5264777"/>
        <a:ext cx="36000" cy="3600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E2D058-9647-498D-80EE-CE627AFC868E}"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9E2FA5-B3E2-4FD0-82DC-30615C514BD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165" algn="l" defTabSz="1219200" rtl="0" eaLnBrk="1" latinLnBrk="0" hangingPunct="1">
      <a:defRPr sz="1600" kern="1200">
        <a:solidFill>
          <a:schemeClr val="tx1"/>
        </a:solidFill>
        <a:latin typeface="+mn-lt"/>
        <a:ea typeface="+mn-ea"/>
        <a:cs typeface="+mn-cs"/>
      </a:defRPr>
    </a:lvl4pPr>
    <a:lvl5pPr marL="2437765" algn="l" defTabSz="1219200" rtl="0" eaLnBrk="1" latinLnBrk="0" hangingPunct="1">
      <a:defRPr sz="1600" kern="1200">
        <a:solidFill>
          <a:schemeClr val="tx1"/>
        </a:solidFill>
        <a:latin typeface="+mn-lt"/>
        <a:ea typeface="+mn-ea"/>
        <a:cs typeface="+mn-cs"/>
      </a:defRPr>
    </a:lvl5pPr>
    <a:lvl6pPr marL="3047365" algn="l" defTabSz="1219200" rtl="0" eaLnBrk="1" latinLnBrk="0" hangingPunct="1">
      <a:defRPr sz="1600" kern="1200">
        <a:solidFill>
          <a:schemeClr val="tx1"/>
        </a:solidFill>
        <a:latin typeface="+mn-lt"/>
        <a:ea typeface="+mn-ea"/>
        <a:cs typeface="+mn-cs"/>
      </a:defRPr>
    </a:lvl6pPr>
    <a:lvl7pPr marL="3656965" algn="l" defTabSz="1219200" rtl="0" eaLnBrk="1" latinLnBrk="0" hangingPunct="1">
      <a:defRPr sz="1600" kern="1200">
        <a:solidFill>
          <a:schemeClr val="tx1"/>
        </a:solidFill>
        <a:latin typeface="+mn-lt"/>
        <a:ea typeface="+mn-ea"/>
        <a:cs typeface="+mn-cs"/>
      </a:defRPr>
    </a:lvl7pPr>
    <a:lvl8pPr marL="4266565" algn="l" defTabSz="1219200" rtl="0" eaLnBrk="1" latinLnBrk="0" hangingPunct="1">
      <a:defRPr sz="1600" kern="1200">
        <a:solidFill>
          <a:schemeClr val="tx1"/>
        </a:solidFill>
        <a:latin typeface="+mn-lt"/>
        <a:ea typeface="+mn-ea"/>
        <a:cs typeface="+mn-cs"/>
      </a:defRPr>
    </a:lvl8pPr>
    <a:lvl9pPr marL="487616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Rectangle 6"/>
          <p:cNvSpPr/>
          <p:nvPr userDrawn="1"/>
        </p:nvSpPr>
        <p:spPr>
          <a:xfrm>
            <a:off x="1" y="3225800"/>
            <a:ext cx="12192000" cy="3632200"/>
          </a:xfrm>
          <a:prstGeom prst="rect">
            <a:avLst/>
          </a:prstGeom>
          <a:gradFill flip="none" rotWithShape="1">
            <a:gsLst>
              <a:gs pos="44000">
                <a:srgbClr val="CBCBCB">
                  <a:alpha val="22000"/>
                </a:srgbClr>
              </a:gs>
              <a:gs pos="100000">
                <a:srgbClr val="5F5F5F">
                  <a:alpha val="19000"/>
                </a:srgbClr>
              </a:gs>
              <a:gs pos="100000">
                <a:srgbClr val="FFFFFF">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en-US" sz="2400">
              <a:solidFill>
                <a:prstClr val="white"/>
              </a:solidFill>
            </a:endParaRPr>
          </a:p>
        </p:txBody>
      </p:sp>
      <p:sp>
        <p:nvSpPr>
          <p:cNvPr id="2" name="Title 1"/>
          <p:cNvSpPr>
            <a:spLocks noGrp="1"/>
          </p:cNvSpPr>
          <p:nvPr>
            <p:ph type="ctrTitle"/>
          </p:nvPr>
        </p:nvSpPr>
        <p:spPr>
          <a:xfrm>
            <a:off x="914401" y="4987990"/>
            <a:ext cx="10363200" cy="610820"/>
          </a:xfrm>
        </p:spPr>
        <p:txBody>
          <a:bodyPr/>
          <a:lstStyle>
            <a:lvl1pPr algn="ctr">
              <a:defRPr lang="en-US" sz="4000" kern="1200" smtClean="0">
                <a:solidFill>
                  <a:schemeClr val="tx1">
                    <a:lumMod val="75000"/>
                    <a:lumOff val="25000"/>
                  </a:schemeClr>
                </a:solidFill>
                <a:latin typeface="+mj-lt"/>
                <a:ea typeface="+mj-ea"/>
                <a:cs typeface="+mj-cs"/>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828801" y="5509360"/>
            <a:ext cx="8534401" cy="764440"/>
          </a:xfrm>
        </p:spPr>
        <p:txBody>
          <a:bodyPr>
            <a:normAutofit/>
          </a:bodyPr>
          <a:lstStyle>
            <a:lvl1pPr marL="0" indent="0" algn="ctr">
              <a:buNone/>
              <a:defRPr lang="en-US" sz="2400" kern="1200" smtClean="0">
                <a:solidFill>
                  <a:schemeClr val="tx1">
                    <a:lumMod val="65000"/>
                    <a:lumOff val="35000"/>
                  </a:schemeClr>
                </a:solidFill>
                <a:latin typeface="+mj-lt"/>
                <a:ea typeface="+mj-ea"/>
                <a:cs typeface="+mj-cs"/>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6730"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4895"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31"/>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1" y="3886200"/>
            <a:ext cx="8534401" cy="1752600"/>
          </a:xfr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8565"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330" indent="0" algn="ctr">
              <a:buNone/>
              <a:defRPr>
                <a:solidFill>
                  <a:schemeClr val="tx1">
                    <a:tint val="75000"/>
                  </a:schemeClr>
                </a:solidFill>
              </a:defRPr>
            </a:lvl7pPr>
            <a:lvl8pPr marL="4265930" indent="0" algn="ctr">
              <a:buNone/>
              <a:defRPr>
                <a:solidFill>
                  <a:schemeClr val="tx1">
                    <a:tint val="75000"/>
                  </a:schemeClr>
                </a:solidFill>
              </a:defRPr>
            </a:lvl8pPr>
            <a:lvl9pPr marL="487553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4"/>
            <a:ext cx="10363200" cy="1362075"/>
          </a:xfrm>
        </p:spPr>
        <p:txBody>
          <a:bodyPr anchor="t"/>
          <a:lstStyle>
            <a:lvl1pPr algn="l">
              <a:defRPr sz="533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8565" indent="0">
              <a:buNone/>
              <a:defRPr sz="2135">
                <a:solidFill>
                  <a:schemeClr val="tx1">
                    <a:tint val="75000"/>
                  </a:schemeClr>
                </a:solidFill>
              </a:defRPr>
            </a:lvl3pPr>
            <a:lvl4pPr marL="1828165"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330" indent="0">
              <a:buNone/>
              <a:defRPr sz="1865">
                <a:solidFill>
                  <a:schemeClr val="tx1">
                    <a:tint val="75000"/>
                  </a:schemeClr>
                </a:solidFill>
              </a:defRPr>
            </a:lvl7pPr>
            <a:lvl8pPr marL="4265930" indent="0">
              <a:buNone/>
              <a:defRPr sz="1865">
                <a:solidFill>
                  <a:schemeClr val="tx1">
                    <a:tint val="75000"/>
                  </a:schemeClr>
                </a:solidFill>
              </a:defRPr>
            </a:lvl8pPr>
            <a:lvl9pPr marL="4875530" indent="0">
              <a:buNone/>
              <a:defRPr sz="1865">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4"/>
            <a:ext cx="5384800" cy="4525963"/>
          </a:xfr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4"/>
            <a:ext cx="5384800" cy="4525963"/>
          </a:xfr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6"/>
            <a:ext cx="5386917" cy="639763"/>
          </a:xfrm>
        </p:spPr>
        <p:txBody>
          <a:bodyPr anchor="b"/>
          <a:lstStyle>
            <a:lvl1pPr marL="0" indent="0">
              <a:buNone/>
              <a:defRPr sz="3200" b="1"/>
            </a:lvl1pPr>
            <a:lvl2pPr marL="609600" indent="0">
              <a:buNone/>
              <a:defRPr sz="2665" b="1"/>
            </a:lvl2pPr>
            <a:lvl3pPr marL="1218565" indent="0">
              <a:buNone/>
              <a:defRPr sz="2400" b="1"/>
            </a:lvl3pPr>
            <a:lvl4pPr marL="1828165" indent="0">
              <a:buNone/>
              <a:defRPr sz="2135" b="1"/>
            </a:lvl4pPr>
            <a:lvl5pPr marL="2437765" indent="0">
              <a:buNone/>
              <a:defRPr sz="2135" b="1"/>
            </a:lvl5pPr>
            <a:lvl6pPr marL="3047365" indent="0">
              <a:buNone/>
              <a:defRPr sz="2135" b="1"/>
            </a:lvl6pPr>
            <a:lvl7pPr marL="3656330" indent="0">
              <a:buNone/>
              <a:defRPr sz="2135" b="1"/>
            </a:lvl7pPr>
            <a:lvl8pPr marL="4265930" indent="0">
              <a:buNone/>
              <a:defRPr sz="2135" b="1"/>
            </a:lvl8pPr>
            <a:lvl9pPr marL="4875530" indent="0">
              <a:buNone/>
              <a:defRPr sz="2135"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93372" y="1535116"/>
            <a:ext cx="5389033" cy="639763"/>
          </a:xfrm>
        </p:spPr>
        <p:txBody>
          <a:bodyPr anchor="b"/>
          <a:lstStyle>
            <a:lvl1pPr marL="0" indent="0">
              <a:buNone/>
              <a:defRPr sz="3200" b="1"/>
            </a:lvl1pPr>
            <a:lvl2pPr marL="609600" indent="0">
              <a:buNone/>
              <a:defRPr sz="2665" b="1"/>
            </a:lvl2pPr>
            <a:lvl3pPr marL="1218565" indent="0">
              <a:buNone/>
              <a:defRPr sz="2400" b="1"/>
            </a:lvl3pPr>
            <a:lvl4pPr marL="1828165" indent="0">
              <a:buNone/>
              <a:defRPr sz="2135" b="1"/>
            </a:lvl4pPr>
            <a:lvl5pPr marL="2437765" indent="0">
              <a:buNone/>
              <a:defRPr sz="2135" b="1"/>
            </a:lvl5pPr>
            <a:lvl6pPr marL="3047365" indent="0">
              <a:buNone/>
              <a:defRPr sz="2135" b="1"/>
            </a:lvl6pPr>
            <a:lvl7pPr marL="3656330" indent="0">
              <a:buNone/>
              <a:defRPr sz="2135" b="1"/>
            </a:lvl7pPr>
            <a:lvl8pPr marL="4265930" indent="0">
              <a:buNone/>
              <a:defRPr sz="2135" b="1"/>
            </a:lvl8pPr>
            <a:lvl9pPr marL="4875530" indent="0">
              <a:buNone/>
              <a:defRPr sz="2135"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
        <p:nvSpPr>
          <p:cNvPr id="6" name="Title 1"/>
          <p:cNvSpPr>
            <a:spLocks noGrp="1"/>
          </p:cNvSpPr>
          <p:nvPr>
            <p:ph type="title"/>
          </p:nvPr>
        </p:nvSpPr>
        <p:spPr>
          <a:xfrm>
            <a:off x="609601" y="274643"/>
            <a:ext cx="10972801" cy="715961"/>
          </a:xfrm>
        </p:spPr>
        <p:txBody>
          <a:bodyPr>
            <a:normAutofit/>
          </a:bodyPr>
          <a:lstStyle>
            <a:lvl1pPr algn="l">
              <a:defRPr sz="3730">
                <a:solidFill>
                  <a:schemeClr val="tx1">
                    <a:lumMod val="65000"/>
                    <a:lumOff val="35000"/>
                  </a:schemeClr>
                </a:solidFill>
              </a:defRPr>
            </a:lvl1p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
        <p:nvSpPr>
          <p:cNvPr id="6" name="Title 1"/>
          <p:cNvSpPr>
            <a:spLocks noGrp="1"/>
          </p:cNvSpPr>
          <p:nvPr>
            <p:ph type="title"/>
          </p:nvPr>
        </p:nvSpPr>
        <p:spPr>
          <a:xfrm>
            <a:off x="609601" y="274643"/>
            <a:ext cx="10972801" cy="715961"/>
          </a:xfrm>
        </p:spPr>
        <p:txBody>
          <a:bodyPr>
            <a:normAutofit/>
          </a:bodyPr>
          <a:lstStyle>
            <a:lvl1pPr algn="l">
              <a:defRPr sz="3730">
                <a:solidFill>
                  <a:schemeClr val="bg1">
                    <a:lumMod val="50000"/>
                  </a:schemeClr>
                </a:solidFill>
              </a:defRPr>
            </a:lvl1pPr>
          </a:lstStyle>
          <a:p>
            <a:r>
              <a:rPr lang="en-US" smtClean="0"/>
              <a:t>Click to edit Master title style</a:t>
            </a:r>
            <a:endParaRPr lang="en-US"/>
          </a:p>
        </p:txBody>
      </p:sp>
      <p:sp>
        <p:nvSpPr>
          <p:cNvPr id="7" name="Text Placeholder 9"/>
          <p:cNvSpPr>
            <a:spLocks noGrp="1"/>
          </p:cNvSpPr>
          <p:nvPr>
            <p:ph type="body" sz="quarter" idx="13" hasCustomPrompt="1"/>
          </p:nvPr>
        </p:nvSpPr>
        <p:spPr>
          <a:xfrm>
            <a:off x="609601" y="990600"/>
            <a:ext cx="10972801" cy="508000"/>
          </a:xfrm>
        </p:spPr>
        <p:txBody>
          <a:bodyPr>
            <a:noAutofit/>
          </a:bodyPr>
          <a:lstStyle>
            <a:lvl1pPr marL="0" indent="0">
              <a:buNone/>
              <a:defRPr sz="1865">
                <a:solidFill>
                  <a:schemeClr val="bg1">
                    <a:lumMod val="50000"/>
                  </a:schemeClr>
                </a:solidFill>
              </a:defRPr>
            </a:lvl1pPr>
          </a:lstStyle>
          <a:p>
            <a:pPr lvl="0"/>
            <a:r>
              <a:rPr lang="en-US" smtClean="0"/>
              <a:t>Subtitle</a:t>
            </a:r>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50"/>
            <a:ext cx="4011084" cy="1162051"/>
          </a:xfrm>
        </p:spPr>
        <p:txBody>
          <a:bodyPr anchor="b"/>
          <a:lstStyle>
            <a:lvl1pPr algn="l">
              <a:defRPr sz="2665" b="1"/>
            </a:lvl1pPr>
          </a:lstStyle>
          <a:p>
            <a:r>
              <a:rPr lang="en-US" smtClean="0"/>
              <a:t>Click to edit Master title style</a:t>
            </a:r>
            <a:endParaRPr lang="en-US"/>
          </a:p>
        </p:txBody>
      </p:sp>
      <p:sp>
        <p:nvSpPr>
          <p:cNvPr id="3" name="Content Placeholder 2"/>
          <p:cNvSpPr>
            <a:spLocks noGrp="1"/>
          </p:cNvSpPr>
          <p:nvPr>
            <p:ph idx="1"/>
          </p:nvPr>
        </p:nvSpPr>
        <p:spPr>
          <a:xfrm>
            <a:off x="4766733" y="273054"/>
            <a:ext cx="6815667" cy="5853113"/>
          </a:xfrm>
        </p:spPr>
        <p:txBody>
          <a:bodyPr/>
          <a:lstStyle>
            <a:lvl1pPr>
              <a:defRPr sz="4265"/>
            </a:lvl1pPr>
            <a:lvl2pPr>
              <a:defRPr sz="3730"/>
            </a:lvl2pPr>
            <a:lvl3pPr>
              <a:defRPr sz="3200"/>
            </a:lvl3pPr>
            <a:lvl4pPr>
              <a:defRPr sz="2665"/>
            </a:lvl4pPr>
            <a:lvl5pPr>
              <a:defRPr sz="2665"/>
            </a:lvl5pPr>
            <a:lvl6pPr>
              <a:defRPr sz="2665"/>
            </a:lvl6pPr>
            <a:lvl7pPr>
              <a:defRPr sz="2665"/>
            </a:lvl7pPr>
            <a:lvl8pPr>
              <a:defRPr sz="2665"/>
            </a:lvl8pPr>
            <a:lvl9pPr>
              <a:defRPr sz="2665"/>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5"/>
            </a:lvl1pPr>
            <a:lvl2pPr marL="609600" indent="0">
              <a:buNone/>
              <a:defRPr sz="1600"/>
            </a:lvl2pPr>
            <a:lvl3pPr marL="1218565" indent="0">
              <a:buNone/>
              <a:defRPr sz="1335"/>
            </a:lvl3pPr>
            <a:lvl4pPr marL="1828165" indent="0">
              <a:buNone/>
              <a:defRPr sz="1200"/>
            </a:lvl4pPr>
            <a:lvl5pPr marL="2437765" indent="0">
              <a:buNone/>
              <a:defRPr sz="1200"/>
            </a:lvl5pPr>
            <a:lvl6pPr marL="3047365" indent="0">
              <a:buNone/>
              <a:defRPr sz="1200"/>
            </a:lvl6pPr>
            <a:lvl7pPr marL="3656330" indent="0">
              <a:buNone/>
              <a:defRPr sz="1200"/>
            </a:lvl7pPr>
            <a:lvl8pPr marL="4265930" indent="0">
              <a:buNone/>
              <a:defRPr sz="1200"/>
            </a:lvl8pPr>
            <a:lvl9pPr marL="4875530" indent="0">
              <a:buNone/>
              <a:defRPr sz="12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4"/>
            <a:ext cx="7315200" cy="566739"/>
          </a:xfrm>
        </p:spPr>
        <p:txBody>
          <a:bodyPr anchor="b"/>
          <a:lstStyle>
            <a:lvl1pPr algn="l">
              <a:defRPr sz="2665"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4265"/>
            </a:lvl1pPr>
            <a:lvl2pPr marL="609600" indent="0">
              <a:buNone/>
              <a:defRPr sz="3730"/>
            </a:lvl2pPr>
            <a:lvl3pPr marL="1218565" indent="0">
              <a:buNone/>
              <a:defRPr sz="3200"/>
            </a:lvl3pPr>
            <a:lvl4pPr marL="1828165" indent="0">
              <a:buNone/>
              <a:defRPr sz="2665"/>
            </a:lvl4pPr>
            <a:lvl5pPr marL="2437765" indent="0">
              <a:buNone/>
              <a:defRPr sz="2665"/>
            </a:lvl5pPr>
            <a:lvl6pPr marL="3047365" indent="0">
              <a:buNone/>
              <a:defRPr sz="2665"/>
            </a:lvl6pPr>
            <a:lvl7pPr marL="3656330" indent="0">
              <a:buNone/>
              <a:defRPr sz="2665"/>
            </a:lvl7pPr>
            <a:lvl8pPr marL="4265930" indent="0">
              <a:buNone/>
              <a:defRPr sz="2665"/>
            </a:lvl8pPr>
            <a:lvl9pPr marL="4875530" indent="0">
              <a:buNone/>
              <a:defRPr sz="2665"/>
            </a:lvl9pPr>
          </a:lstStyle>
          <a:p>
            <a:endParaRPr lang="en-US"/>
          </a:p>
        </p:txBody>
      </p:sp>
      <p:sp>
        <p:nvSpPr>
          <p:cNvPr id="4" name="Text Placeholder 3"/>
          <p:cNvSpPr>
            <a:spLocks noGrp="1"/>
          </p:cNvSpPr>
          <p:nvPr>
            <p:ph type="body" sz="half" idx="2"/>
          </p:nvPr>
        </p:nvSpPr>
        <p:spPr>
          <a:xfrm>
            <a:off x="2389717" y="5367342"/>
            <a:ext cx="7315200" cy="804863"/>
          </a:xfrm>
        </p:spPr>
        <p:txBody>
          <a:bodyPr/>
          <a:lstStyle>
            <a:lvl1pPr marL="0" indent="0">
              <a:buNone/>
              <a:defRPr sz="1865"/>
            </a:lvl1pPr>
            <a:lvl2pPr marL="609600" indent="0">
              <a:buNone/>
              <a:defRPr sz="1600"/>
            </a:lvl2pPr>
            <a:lvl3pPr marL="1218565" indent="0">
              <a:buNone/>
              <a:defRPr sz="1335"/>
            </a:lvl3pPr>
            <a:lvl4pPr marL="1828165" indent="0">
              <a:buNone/>
              <a:defRPr sz="1200"/>
            </a:lvl4pPr>
            <a:lvl5pPr marL="2437765" indent="0">
              <a:buNone/>
              <a:defRPr sz="1200"/>
            </a:lvl5pPr>
            <a:lvl6pPr marL="3047365" indent="0">
              <a:buNone/>
              <a:defRPr sz="1200"/>
            </a:lvl6pPr>
            <a:lvl7pPr marL="3656330" indent="0">
              <a:buNone/>
              <a:defRPr sz="1200"/>
            </a:lvl7pPr>
            <a:lvl8pPr marL="4265930" indent="0">
              <a:buNone/>
              <a:defRPr sz="1200"/>
            </a:lvl8pPr>
            <a:lvl9pPr marL="4875530" indent="0">
              <a:buNone/>
              <a:defRPr sz="12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
        <p:nvSpPr>
          <p:cNvPr id="6" name="Title 1"/>
          <p:cNvSpPr>
            <a:spLocks noGrp="1"/>
          </p:cNvSpPr>
          <p:nvPr>
            <p:ph type="title"/>
          </p:nvPr>
        </p:nvSpPr>
        <p:spPr>
          <a:xfrm>
            <a:off x="609601" y="274643"/>
            <a:ext cx="10972801" cy="715961"/>
          </a:xfrm>
        </p:spPr>
        <p:txBody>
          <a:bodyPr>
            <a:normAutofit/>
          </a:bodyPr>
          <a:lstStyle>
            <a:lvl1pPr algn="l">
              <a:defRPr sz="3730">
                <a:solidFill>
                  <a:schemeClr val="tx1">
                    <a:lumMod val="65000"/>
                    <a:lumOff val="35000"/>
                  </a:schemeClr>
                </a:solidFill>
              </a:defRPr>
            </a:lvl1pPr>
          </a:lstStyle>
          <a:p>
            <a:r>
              <a:rPr lang="en-US" smtClean="0"/>
              <a:t>Click to edit Master title style</a:t>
            </a:r>
            <a:endParaRPr lang="en-US"/>
          </a:p>
        </p:txBody>
      </p:sp>
      <p:sp>
        <p:nvSpPr>
          <p:cNvPr id="7" name="Text Placeholder 9"/>
          <p:cNvSpPr>
            <a:spLocks noGrp="1"/>
          </p:cNvSpPr>
          <p:nvPr>
            <p:ph type="body" sz="quarter" idx="13" hasCustomPrompt="1"/>
          </p:nvPr>
        </p:nvSpPr>
        <p:spPr>
          <a:xfrm>
            <a:off x="609601" y="990600"/>
            <a:ext cx="10972801" cy="508000"/>
          </a:xfrm>
        </p:spPr>
        <p:txBody>
          <a:bodyPr>
            <a:noAutofit/>
          </a:bodyPr>
          <a:lstStyle>
            <a:lvl1pPr marL="0" indent="0">
              <a:buNone/>
              <a:defRPr sz="1865">
                <a:solidFill>
                  <a:schemeClr val="tx1">
                    <a:lumMod val="65000"/>
                    <a:lumOff val="35000"/>
                  </a:schemeClr>
                </a:solidFill>
              </a:defRPr>
            </a:lvl1pPr>
          </a:lstStyle>
          <a:p>
            <a:pPr lvl="0"/>
            <a:r>
              <a:rPr lang="en-US" smtClean="0"/>
              <a:t>Subtitle</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274644"/>
            <a:ext cx="6705600" cy="711081"/>
          </a:xfrm>
        </p:spPr>
        <p:txBody>
          <a:bodyPr>
            <a:noAutofit/>
          </a:bodyPr>
          <a:lstStyle>
            <a:lvl1pPr>
              <a:defRPr sz="3600"/>
            </a:lvl1p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6204E2B0-FEF2-4C8F-90A4-46C9D72643E3}" type="datetime1">
              <a:rPr lang="en-US" smtClean="0"/>
            </a:fld>
            <a:endParaRPr lang="en-US"/>
          </a:p>
        </p:txBody>
      </p:sp>
      <p:sp>
        <p:nvSpPr>
          <p:cNvPr id="4" name="Footer Placeholder 3"/>
          <p:cNvSpPr>
            <a:spLocks noGrp="1"/>
          </p:cNvSpPr>
          <p:nvPr>
            <p:ph type="ftr" sz="quarter" idx="11"/>
          </p:nvPr>
        </p:nvSpPr>
        <p:spPr/>
        <p:txBody>
          <a:bodyPr/>
          <a:lstStyle/>
          <a:p>
            <a:r>
              <a:rPr lang="en-US" smtClean="0"/>
              <a:t>SlideModel.com</a:t>
            </a:r>
            <a:endParaRPr lang="en-US"/>
          </a:p>
        </p:txBody>
      </p:sp>
      <p:sp>
        <p:nvSpPr>
          <p:cNvPr id="5" name="Slide Number Placeholder 4"/>
          <p:cNvSpPr>
            <a:spLocks noGrp="1"/>
          </p:cNvSpPr>
          <p:nvPr>
            <p:ph type="sldNum" sz="quarter" idx="12"/>
          </p:nvPr>
        </p:nvSpPr>
        <p:spPr>
          <a:xfrm>
            <a:off x="11430001" y="6356356"/>
            <a:ext cx="762001" cy="365125"/>
          </a:xfr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8900000" scaled="1"/>
            <a:tileRect/>
          </a:gradFill>
          <a:ln w="0">
            <a:noFill/>
            <a:prstDash val="solid"/>
            <a:round/>
          </a:ln>
        </p:spPr>
        <p:txBody>
          <a:bodyPr vert="horz" wrap="square" lIns="0" tIns="91440" rIns="0" bIns="91440" numCol="1" anchor="ctr" anchorCtr="1" compatLnSpc="1"/>
          <a:lstStyle>
            <a:lvl1pPr algn="r">
              <a:defRPr lang="en-US" sz="1400" kern="0" smtClean="0">
                <a:solidFill>
                  <a:schemeClr val="bg1"/>
                </a:solidFill>
                <a:latin typeface="Arial" panose="020B0604020202020204" pitchFamily="34" charset="0"/>
                <a:cs typeface="Arial" panose="020B0604020202020204" pitchFamily="34" charset="0"/>
              </a:defRPr>
            </a:lvl1pPr>
          </a:lstStyle>
          <a:p>
            <a:fld id="{96E69268-9C8B-4EBF-A9EE-DC5DC2D48DC3}" type="slidenum">
              <a:rPr lang="es-UY" smtClean="0"/>
            </a:fld>
            <a:endParaRPr lang="es-UY" dirty="0"/>
          </a:p>
        </p:txBody>
      </p:sp>
      <p:sp>
        <p:nvSpPr>
          <p:cNvPr id="8" name="Text Placeholder 8"/>
          <p:cNvSpPr>
            <a:spLocks noGrp="1"/>
          </p:cNvSpPr>
          <p:nvPr>
            <p:ph type="body" sz="quarter" idx="13" hasCustomPrompt="1"/>
          </p:nvPr>
        </p:nvSpPr>
        <p:spPr>
          <a:xfrm>
            <a:off x="7480301" y="362139"/>
            <a:ext cx="4114800" cy="533400"/>
          </a:xfrm>
        </p:spPr>
        <p:txBody>
          <a:bodyPr anchor="ctr">
            <a:noAutofit/>
          </a:bodyPr>
          <a:lstStyle>
            <a:lvl1pPr marL="0" indent="0" algn="r">
              <a:buNone/>
              <a:defRPr sz="2000" baseline="0">
                <a:solidFill>
                  <a:schemeClr val="tx1">
                    <a:lumMod val="50000"/>
                    <a:lumOff val="50000"/>
                  </a:schemeClr>
                </a:solidFill>
              </a:defRPr>
            </a:lvl1pPr>
          </a:lstStyle>
          <a:p>
            <a:pPr lvl="0"/>
            <a:r>
              <a:rPr lang="en-US" dirty="0" smtClean="0"/>
              <a:t>Breadcrumb 1 &gt; Breadcrumb 2</a:t>
            </a:r>
            <a:endParaRPr lang="es-UY" dirty="0"/>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ext Left Clipart Righ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6E69268-9C8B-4EBF-A9EE-DC5DC2D48DC3}" type="slidenum">
              <a:rPr lang="en-US" smtClean="0">
                <a:solidFill>
                  <a:prstClr val="black">
                    <a:tint val="75000"/>
                  </a:prstClr>
                </a:solidFill>
              </a:rPr>
            </a:fld>
            <a:endParaRPr lang="en-US">
              <a:solidFill>
                <a:prstClr val="black">
                  <a:tint val="75000"/>
                </a:prstClr>
              </a:solidFill>
            </a:endParaRPr>
          </a:p>
        </p:txBody>
      </p:sp>
      <p:sp>
        <p:nvSpPr>
          <p:cNvPr id="9" name="Content Placeholder 7"/>
          <p:cNvSpPr>
            <a:spLocks noGrp="1"/>
          </p:cNvSpPr>
          <p:nvPr>
            <p:ph sz="quarter" idx="13" hasCustomPrompt="1"/>
          </p:nvPr>
        </p:nvSpPr>
        <p:spPr>
          <a:xfrm>
            <a:off x="684391" y="1066800"/>
            <a:ext cx="4192092" cy="762000"/>
          </a:xfrm>
        </p:spPr>
        <p:txBody>
          <a:bodyPr>
            <a:noAutofit/>
          </a:bodyPr>
          <a:lstStyle>
            <a:lvl1pPr>
              <a:defRPr sz="4000" b="1"/>
            </a:lvl1pPr>
          </a:lstStyle>
          <a:p>
            <a:pPr lvl="0"/>
            <a:r>
              <a:rPr lang="en-US" dirty="0" smtClean="0"/>
              <a:t>CLICK TO EDIT</a:t>
            </a:r>
            <a:endParaRPr lang="en-US" dirty="0" smtClean="0"/>
          </a:p>
        </p:txBody>
      </p:sp>
      <p:sp>
        <p:nvSpPr>
          <p:cNvPr id="12" name="Content Placeholder 10"/>
          <p:cNvSpPr>
            <a:spLocks noGrp="1"/>
          </p:cNvSpPr>
          <p:nvPr>
            <p:ph sz="quarter" idx="14"/>
          </p:nvPr>
        </p:nvSpPr>
        <p:spPr>
          <a:xfrm>
            <a:off x="684391" y="2057400"/>
            <a:ext cx="4192092" cy="3810000"/>
          </a:xfrm>
        </p:spPr>
        <p:txBody>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slidemodel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18674" y="2870636"/>
            <a:ext cx="5932223" cy="711081"/>
          </a:xfrm>
        </p:spPr>
        <p:txBody>
          <a:bodyPr>
            <a:normAutofit/>
          </a:bodyPr>
          <a:lstStyle>
            <a:lvl1pPr algn="ctr">
              <a:defRPr sz="3600" b="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r>
              <a:rPr lang="en-US" smtClean="0"/>
              <a:t>SlideModel.com</a:t>
            </a:r>
            <a:endParaRPr lang="en-US"/>
          </a:p>
        </p:txBody>
      </p:sp>
      <p:sp>
        <p:nvSpPr>
          <p:cNvPr id="3" name="Date Placeholder 2"/>
          <p:cNvSpPr>
            <a:spLocks noGrp="1"/>
          </p:cNvSpPr>
          <p:nvPr>
            <p:ph type="dt" sz="half" idx="10"/>
          </p:nvPr>
        </p:nvSpPr>
        <p:spPr/>
        <p:txBody>
          <a:bodyPr/>
          <a:lstStyle/>
          <a:p>
            <a:fld id="{425404F2-BE9A-4460-8815-8F645183555F}" type="datetimeFigureOut">
              <a:rPr lang="en-US" smtClean="0">
                <a:solidFill>
                  <a:srgbClr val="080808">
                    <a:tint val="75000"/>
                  </a:srgbClr>
                </a:solidFill>
              </a:rPr>
            </a:fld>
            <a:endParaRPr lang="en-US">
              <a:solidFill>
                <a:srgbClr val="080808">
                  <a:tint val="75000"/>
                </a:srgbClr>
              </a:solidFill>
            </a:endParaRPr>
          </a:p>
        </p:txBody>
      </p:sp>
      <p:sp>
        <p:nvSpPr>
          <p:cNvPr id="4" name="Footer Placeholder 3"/>
          <p:cNvSpPr>
            <a:spLocks noGrp="1"/>
          </p:cNvSpPr>
          <p:nvPr>
            <p:ph type="ftr" sz="quarter" idx="11"/>
          </p:nvPr>
        </p:nvSpPr>
        <p:spPr/>
        <p:txBody>
          <a:bodyPr/>
          <a:lstStyle/>
          <a:p>
            <a:endParaRPr lang="en-US">
              <a:solidFill>
                <a:srgbClr val="080808">
                  <a:tint val="75000"/>
                </a:srgbClr>
              </a:solidFill>
            </a:endParaRPr>
          </a:p>
        </p:txBody>
      </p:sp>
      <p:sp>
        <p:nvSpPr>
          <p:cNvPr id="5" name="Slide Number Placeholder 4"/>
          <p:cNvSpPr>
            <a:spLocks noGrp="1"/>
          </p:cNvSpPr>
          <p:nvPr>
            <p:ph type="sldNum" sz="quarter" idx="12"/>
          </p:nvPr>
        </p:nvSpPr>
        <p:spPr/>
        <p:txBody>
          <a:bodyPr/>
          <a:lstStyle/>
          <a:p>
            <a:fld id="{96E69268-9C8B-4EBF-A9EE-DC5DC2D48DC3}" type="slidenum">
              <a:rPr lang="en-US" smtClean="0">
                <a:solidFill>
                  <a:srgbClr val="080808">
                    <a:tint val="75000"/>
                  </a:srgbClr>
                </a:solidFill>
              </a:rPr>
            </a:fld>
            <a:endParaRPr lang="en-US">
              <a:solidFill>
                <a:srgbClr val="080808">
                  <a:tint val="75000"/>
                </a:srgbClr>
              </a:solidFill>
            </a:endParaRPr>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19" name="Footer Placeholder 18"/>
          <p:cNvSpPr>
            <a:spLocks noGrp="1"/>
          </p:cNvSpPr>
          <p:nvPr>
            <p:ph type="ftr" sz="quarter" idx="11"/>
          </p:nvPr>
        </p:nvSpPr>
        <p:spPr/>
        <p:txBody>
          <a:bodyPr/>
          <a:lstStyle/>
          <a:p>
            <a:endParaRPr lang="en-US">
              <a:solidFill>
                <a:prstClr val="black">
                  <a:tint val="75000"/>
                </a:prstClr>
              </a:solidFill>
            </a:endParaRPr>
          </a:p>
        </p:txBody>
      </p:sp>
      <p:sp>
        <p:nvSpPr>
          <p:cNvPr id="27" name="Slide Number Placeholder 26"/>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10769600" y="6356351"/>
            <a:ext cx="812800" cy="365125"/>
          </a:xfrm>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1"/>
            <a:ext cx="27432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914401"/>
            <a:ext cx="8026400" cy="5211763"/>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2" Type="http://schemas.openxmlformats.org/officeDocument/2006/relationships/theme" Target="../theme/theme2.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7030A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274643"/>
            <a:ext cx="10972801" cy="711081"/>
          </a:xfrm>
          <a:prstGeom prst="rect">
            <a:avLst/>
          </a:prstGeom>
        </p:spPr>
        <p:txBody>
          <a:bodyPr vert="horz" lIns="91436" tIns="45718" rIns="91436" bIns="45718"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1" y="1138426"/>
            <a:ext cx="10972801" cy="4987739"/>
          </a:xfrm>
          <a:prstGeom prst="rect">
            <a:avLst/>
          </a:prstGeom>
        </p:spPr>
        <p:txBody>
          <a:bodyPr vert="horz" lIns="91436" tIns="45718" rIns="91436" bIns="45718"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609600" y="6356355"/>
            <a:ext cx="2844800" cy="365125"/>
          </a:xfrm>
          <a:prstGeom prst="rect">
            <a:avLst/>
          </a:prstGeom>
        </p:spPr>
        <p:txBody>
          <a:bodyPr vert="horz" lIns="91436" tIns="45718" rIns="91436" bIns="45718" rtlCol="0" anchor="ctr"/>
          <a:lstStyle>
            <a:lvl1pPr algn="l">
              <a:defRPr sz="1600">
                <a:solidFill>
                  <a:schemeClr val="tx1">
                    <a:tint val="75000"/>
                  </a:schemeClr>
                </a:solidFill>
              </a:defRPr>
            </a:lvl1pPr>
          </a:lstStyle>
          <a:p>
            <a:pPr defTabSz="1219200"/>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4165601" y="6356355"/>
            <a:ext cx="3860800" cy="365125"/>
          </a:xfrm>
          <a:prstGeom prst="rect">
            <a:avLst/>
          </a:prstGeom>
        </p:spPr>
        <p:txBody>
          <a:bodyPr vert="horz" lIns="91436" tIns="45718" rIns="91436" bIns="45718" rtlCol="0" anchor="ctr"/>
          <a:lstStyle>
            <a:lvl1pPr algn="ctr">
              <a:defRPr sz="1600">
                <a:solidFill>
                  <a:schemeClr val="tx1">
                    <a:tint val="75000"/>
                  </a:schemeClr>
                </a:solidFill>
              </a:defRPr>
            </a:lvl1pPr>
          </a:lstStyle>
          <a:p>
            <a:pPr defTabSz="1219200"/>
            <a:endParaRPr lang="en-US">
              <a:solidFill>
                <a:prstClr val="black">
                  <a:tint val="75000"/>
                </a:prstClr>
              </a:solidFill>
            </a:endParaRPr>
          </a:p>
        </p:txBody>
      </p:sp>
      <p:sp>
        <p:nvSpPr>
          <p:cNvPr id="6" name="Slide Number Placeholder 5"/>
          <p:cNvSpPr>
            <a:spLocks noGrp="1"/>
          </p:cNvSpPr>
          <p:nvPr>
            <p:ph type="sldNum" sz="quarter" idx="4"/>
          </p:nvPr>
        </p:nvSpPr>
        <p:spPr>
          <a:xfrm>
            <a:off x="8737603" y="6356355"/>
            <a:ext cx="2844800" cy="365125"/>
          </a:xfrm>
          <a:prstGeom prst="rect">
            <a:avLst/>
          </a:prstGeom>
        </p:spPr>
        <p:txBody>
          <a:bodyPr vert="horz" lIns="91436" tIns="45718" rIns="91436" bIns="45718" rtlCol="0" anchor="ctr"/>
          <a:lstStyle>
            <a:lvl1pPr algn="r">
              <a:defRPr sz="1600">
                <a:solidFill>
                  <a:schemeClr val="tx1">
                    <a:tint val="75000"/>
                  </a:schemeClr>
                </a:solidFill>
              </a:defRPr>
            </a:lvl1pPr>
          </a:lstStyle>
          <a:p>
            <a:pPr defTabSz="1219200"/>
            <a:fld id="{5939B1FA-81F2-4940-9AF3-5EAFB5D6669B}"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iming>
    <p:tnLst>
      <p:par>
        <p:cTn id="1" dur="indefinite" restart="never" nodeType="tmRoot"/>
      </p:par>
    </p:tnLst>
  </p:timing>
  <p:txStyles>
    <p:titleStyle>
      <a:lvl1pPr algn="l" defTabSz="1218565" rtl="0" eaLnBrk="1" latinLnBrk="0" hangingPunct="1">
        <a:spcBef>
          <a:spcPct val="0"/>
        </a:spcBef>
        <a:buNone/>
        <a:defRPr sz="3200" kern="1200">
          <a:solidFill>
            <a:schemeClr val="tx1">
              <a:lumMod val="65000"/>
              <a:lumOff val="35000"/>
            </a:schemeClr>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3600" kern="1200">
          <a:solidFill>
            <a:schemeClr val="tx1"/>
          </a:solidFill>
          <a:latin typeface="+mj-lt"/>
          <a:ea typeface="+mn-ea"/>
          <a:cs typeface="+mn-cs"/>
        </a:defRPr>
      </a:lvl1pPr>
      <a:lvl2pPr marL="990600" indent="-381000" algn="l" defTabSz="1218565" rtl="0" eaLnBrk="1" latinLnBrk="0" hangingPunct="1">
        <a:spcBef>
          <a:spcPct val="20000"/>
        </a:spcBef>
        <a:buFont typeface="Arial" panose="020B0604020202020204" pitchFamily="34" charset="0"/>
        <a:buChar char="–"/>
        <a:defRPr sz="3200" kern="1200">
          <a:solidFill>
            <a:schemeClr val="tx1"/>
          </a:solidFill>
          <a:latin typeface="+mj-lt"/>
          <a:ea typeface="+mn-ea"/>
          <a:cs typeface="+mn-cs"/>
        </a:defRPr>
      </a:lvl2pPr>
      <a:lvl3pPr marL="1523365" indent="-304800" algn="l" defTabSz="1218565" rtl="0" eaLnBrk="1" latinLnBrk="0" hangingPunct="1">
        <a:spcBef>
          <a:spcPct val="20000"/>
        </a:spcBef>
        <a:buFont typeface="Arial" panose="020B0604020202020204" pitchFamily="34" charset="0"/>
        <a:buChar char="•"/>
        <a:defRPr sz="2400" kern="1200">
          <a:solidFill>
            <a:schemeClr val="tx1"/>
          </a:solidFill>
          <a:latin typeface="+mj-lt"/>
          <a:ea typeface="+mn-ea"/>
          <a:cs typeface="+mn-cs"/>
        </a:defRPr>
      </a:lvl3pPr>
      <a:lvl4pPr marL="2132965" indent="-304800" algn="l" defTabSz="1218565" rtl="0" eaLnBrk="1" latinLnBrk="0" hangingPunct="1">
        <a:spcBef>
          <a:spcPct val="20000"/>
        </a:spcBef>
        <a:buFont typeface="Arial" panose="020B0604020202020204" pitchFamily="34" charset="0"/>
        <a:buChar char="–"/>
        <a:defRPr sz="2000" kern="1200">
          <a:solidFill>
            <a:schemeClr val="tx1"/>
          </a:solidFill>
          <a:latin typeface="+mj-lt"/>
          <a:ea typeface="+mn-ea"/>
          <a:cs typeface="+mn-cs"/>
        </a:defRPr>
      </a:lvl4pPr>
      <a:lvl5pPr marL="2742565" indent="-304800" algn="l" defTabSz="1218565" rtl="0" eaLnBrk="1" latinLnBrk="0" hangingPunct="1">
        <a:spcBef>
          <a:spcPct val="20000"/>
        </a:spcBef>
        <a:buFont typeface="Arial" panose="020B0604020202020204" pitchFamily="34" charset="0"/>
        <a:buChar char="»"/>
        <a:defRPr sz="2000" kern="1200">
          <a:solidFill>
            <a:schemeClr val="tx1"/>
          </a:solidFill>
          <a:latin typeface="+mj-lt"/>
          <a:ea typeface="+mn-ea"/>
          <a:cs typeface="+mn-cs"/>
        </a:defRPr>
      </a:lvl5pPr>
      <a:lvl6pPr marL="33515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1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07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33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7365" algn="l" defTabSz="1218565" rtl="0" eaLnBrk="1" latinLnBrk="0" hangingPunct="1">
        <a:defRPr sz="2400" kern="1200">
          <a:solidFill>
            <a:schemeClr val="tx1"/>
          </a:solidFill>
          <a:latin typeface="+mn-lt"/>
          <a:ea typeface="+mn-ea"/>
          <a:cs typeface="+mn-cs"/>
        </a:defRPr>
      </a:lvl6pPr>
      <a:lvl7pPr marL="3656330" algn="l" defTabSz="1218565" rtl="0" eaLnBrk="1" latinLnBrk="0" hangingPunct="1">
        <a:defRPr sz="2400" kern="1200">
          <a:solidFill>
            <a:schemeClr val="tx1"/>
          </a:solidFill>
          <a:latin typeface="+mn-lt"/>
          <a:ea typeface="+mn-ea"/>
          <a:cs typeface="+mn-cs"/>
        </a:defRPr>
      </a:lvl7pPr>
      <a:lvl8pPr marL="4265930" algn="l" defTabSz="1218565" rtl="0" eaLnBrk="1" latinLnBrk="0" hangingPunct="1">
        <a:defRPr sz="2400" kern="1200">
          <a:solidFill>
            <a:schemeClr val="tx1"/>
          </a:solidFill>
          <a:latin typeface="+mn-lt"/>
          <a:ea typeface="+mn-ea"/>
          <a:cs typeface="+mn-cs"/>
        </a:defRPr>
      </a:lvl8pPr>
      <a:lvl9pPr marL="4875530" algn="l" defTabSz="121856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7" name="Freeform 6"/>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5842000" y="-7143"/>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defTabSz="1219200"/>
            <a:fld id="{FD1176A7-B091-469C-82C8-89C693043C40}" type="datetimeFigureOut">
              <a:rPr lang="en-US" smtClean="0">
                <a:solidFill>
                  <a:prstClr val="black">
                    <a:tint val="75000"/>
                  </a:prstClr>
                </a:solidFill>
              </a:rPr>
            </a:fld>
            <a:endParaRPr lang="en-US">
              <a:solidFill>
                <a:prstClr val="black">
                  <a:tint val="75000"/>
                </a:prstClr>
              </a:solidFill>
            </a:endParaRPr>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defTabSz="1219200"/>
            <a:endParaRPr lang="en-US">
              <a:solidFill>
                <a:prstClr val="black">
                  <a:tint val="75000"/>
                </a:prstClr>
              </a:solidFill>
            </a:endParaRPr>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defTabSz="1219200"/>
            <a:fld id="{5939B1FA-81F2-4940-9AF3-5EAFB5D6669B}" type="slidenum">
              <a:rPr lang="en-US" smtClean="0">
                <a:solidFill>
                  <a:prstClr val="black">
                    <a:tint val="75000"/>
                  </a:prstClr>
                </a:solidFill>
              </a:rPr>
            </a:fld>
            <a:endParaRPr lang="en-US">
              <a:solidFill>
                <a:prstClr val="black">
                  <a:tint val="75000"/>
                </a:prstClr>
              </a:solidFill>
            </a:endParaRPr>
          </a:p>
        </p:txBody>
      </p:sp>
      <p:grpSp>
        <p:nvGrpSpPr>
          <p:cNvPr id="2" name="Group 1"/>
          <p:cNvGrpSpPr/>
          <p:nvPr/>
        </p:nvGrpSpPr>
        <p:grpSpPr>
          <a:xfrm>
            <a:off x="-25356" y="202408"/>
            <a:ext cx="12240731"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23.xml"/><Relationship Id="rId7" Type="http://schemas.openxmlformats.org/officeDocument/2006/relationships/image" Target="../media/image3.jpeg"/><Relationship Id="rId6" Type="http://schemas.openxmlformats.org/officeDocument/2006/relationships/image" Target="../media/image2.jpe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3.xml"/><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9.jpeg"/><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2.jpeg"/><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Oval 307"/>
          <p:cNvSpPr/>
          <p:nvPr/>
        </p:nvSpPr>
        <p:spPr>
          <a:xfrm>
            <a:off x="4380906" y="6477000"/>
            <a:ext cx="3415567" cy="114621"/>
          </a:xfrm>
          <a:prstGeom prst="ellipse">
            <a:avLst/>
          </a:prstGeom>
          <a:gradFill flip="none" rotWithShape="1">
            <a:gsLst>
              <a:gs pos="0">
                <a:schemeClr val="tx1"/>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algn="ctr" defTabSz="914400">
              <a:defRPr/>
            </a:pPr>
            <a:endParaRPr lang="en-US" sz="1800" kern="0">
              <a:solidFill>
                <a:sysClr val="window" lastClr="FFFFFF"/>
              </a:solidFill>
            </a:endParaRPr>
          </a:p>
        </p:txBody>
      </p:sp>
      <p:sp>
        <p:nvSpPr>
          <p:cNvPr id="2" name="Title 1"/>
          <p:cNvSpPr>
            <a:spLocks noGrp="1"/>
          </p:cNvSpPr>
          <p:nvPr>
            <p:ph type="title"/>
          </p:nvPr>
        </p:nvSpPr>
        <p:spPr>
          <a:xfrm>
            <a:off x="685800" y="2283573"/>
            <a:ext cx="11074400" cy="1143000"/>
          </a:xfrm>
        </p:spPr>
        <p:txBody>
          <a:bodyPr>
            <a:noAutofit/>
          </a:bodyPr>
          <a:lstStyle/>
          <a:p>
            <a:pPr algn="ctr"/>
            <a:r>
              <a:rPr lang="en-US" sz="6000" dirty="0">
                <a:solidFill>
                  <a:schemeClr val="bg1"/>
                </a:solidFill>
                <a:latin typeface="Cooper Black" panose="0208090404030B020404" pitchFamily="18" charset="0"/>
              </a:rPr>
              <a:t>SafeSwitch</a:t>
            </a:r>
            <a:endParaRPr lang="en-US" sz="6000" dirty="0">
              <a:solidFill>
                <a:schemeClr val="bg1"/>
              </a:solidFill>
              <a:latin typeface="Cooper Black" panose="0208090404030B020404" pitchFamily="18" charset="0"/>
            </a:endParaRPr>
          </a:p>
        </p:txBody>
      </p:sp>
      <p:sp>
        <p:nvSpPr>
          <p:cNvPr id="309" name="Content Placeholder 4"/>
          <p:cNvSpPr txBox="1"/>
          <p:nvPr/>
        </p:nvSpPr>
        <p:spPr>
          <a:xfrm>
            <a:off x="7071860"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3" name="Group 2"/>
          <p:cNvGrpSpPr/>
          <p:nvPr/>
        </p:nvGrpSpPr>
        <p:grpSpPr>
          <a:xfrm>
            <a:off x="2362207" y="1600475"/>
            <a:ext cx="7829760" cy="2816469"/>
            <a:chOff x="3427412" y="4495800"/>
            <a:chExt cx="5715000" cy="1259474"/>
          </a:xfrm>
        </p:grpSpPr>
        <p:sp>
          <p:nvSpPr>
            <p:cNvPr id="4" name="TextBox 8"/>
            <p:cNvSpPr txBox="1"/>
            <p:nvPr/>
          </p:nvSpPr>
          <p:spPr>
            <a:xfrm>
              <a:off x="6171833" y="4860153"/>
              <a:ext cx="226184" cy="453769"/>
            </a:xfrm>
            <a:prstGeom prst="rect">
              <a:avLst/>
            </a:prstGeom>
            <a:noFill/>
          </p:spPr>
          <p:txBody>
            <a:bodyPr wrap="none" rtlCol="0" anchor="ctr">
              <a:spAutoFit/>
            </a:bodyPr>
            <a:lstStyle/>
            <a:p>
              <a:pPr algn="ctr"/>
              <a:endParaRPr lang="en-US" sz="6000" b="1" dirty="0">
                <a:solidFill>
                  <a:prstClr val="white"/>
                </a:solidFill>
                <a:latin typeface="Segoe UI Light" panose="020B0502040204020203" pitchFamily="34" charset="0"/>
              </a:endParaRPr>
            </a:p>
          </p:txBody>
        </p:sp>
        <p:grpSp>
          <p:nvGrpSpPr>
            <p:cNvPr id="5" name="Group 4"/>
            <p:cNvGrpSpPr/>
            <p:nvPr/>
          </p:nvGrpSpPr>
          <p:grpSpPr>
            <a:xfrm>
              <a:off x="3427412" y="4495800"/>
              <a:ext cx="5715000" cy="1259474"/>
              <a:chOff x="3427412" y="4495800"/>
              <a:chExt cx="5715000" cy="1259474"/>
            </a:xfrm>
          </p:grpSpPr>
          <p:cxnSp>
            <p:nvCxnSpPr>
              <p:cNvPr id="6" name="Straight Connector 5"/>
              <p:cNvCxnSpPr/>
              <p:nvPr/>
            </p:nvCxnSpPr>
            <p:spPr>
              <a:xfrm>
                <a:off x="3427412" y="4495800"/>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427412" y="5753686"/>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Oval 307"/>
          <p:cNvSpPr/>
          <p:nvPr/>
        </p:nvSpPr>
        <p:spPr>
          <a:xfrm>
            <a:off x="2133601" y="5334003"/>
            <a:ext cx="3415567" cy="114621"/>
          </a:xfrm>
          <a:prstGeom prst="ellipse">
            <a:avLst/>
          </a:prstGeom>
          <a:gradFill flip="none" rotWithShape="1">
            <a:gsLst>
              <a:gs pos="0">
                <a:schemeClr val="tx1"/>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algn="ctr" defTabSz="914400">
              <a:defRPr/>
            </a:pPr>
            <a:endParaRPr lang="en-US" sz="1800" kern="0">
              <a:solidFill>
                <a:sysClr val="window" lastClr="FFFFFF"/>
              </a:solidFill>
            </a:endParaRPr>
          </a:p>
        </p:txBody>
      </p:sp>
      <p:sp>
        <p:nvSpPr>
          <p:cNvPr id="309" name="Content Placeholder 4"/>
          <p:cNvSpPr txBox="1"/>
          <p:nvPr/>
        </p:nvSpPr>
        <p:spPr>
          <a:xfrm>
            <a:off x="7071860"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6" name="Group 22"/>
          <p:cNvGrpSpPr/>
          <p:nvPr/>
        </p:nvGrpSpPr>
        <p:grpSpPr>
          <a:xfrm>
            <a:off x="3408847" y="3191191"/>
            <a:ext cx="880645" cy="2218049"/>
            <a:chOff x="4413250" y="1588"/>
            <a:chExt cx="2041525" cy="5141912"/>
          </a:xfrm>
          <a:solidFill>
            <a:schemeClr val="tx1">
              <a:alpha val="65000"/>
            </a:schemeClr>
          </a:solidFill>
          <a:effectLst/>
        </p:grpSpPr>
        <p:sp>
          <p:nvSpPr>
            <p:cNvPr id="7" name="Freeform 13"/>
            <p:cNvSpPr/>
            <p:nvPr/>
          </p:nvSpPr>
          <p:spPr bwMode="auto">
            <a:xfrm>
              <a:off x="5189538" y="1588"/>
              <a:ext cx="522288" cy="833438"/>
            </a:xfrm>
            <a:custGeom>
              <a:avLst/>
              <a:gdLst/>
              <a:ahLst/>
              <a:cxnLst>
                <a:cxn ang="0">
                  <a:pos x="159" y="0"/>
                </a:cxn>
                <a:cxn ang="0">
                  <a:pos x="198" y="5"/>
                </a:cxn>
                <a:cxn ang="0">
                  <a:pos x="236" y="15"/>
                </a:cxn>
                <a:cxn ang="0">
                  <a:pos x="260" y="32"/>
                </a:cxn>
                <a:cxn ang="0">
                  <a:pos x="272" y="49"/>
                </a:cxn>
                <a:cxn ang="0">
                  <a:pos x="279" y="62"/>
                </a:cxn>
                <a:cxn ang="0">
                  <a:pos x="289" y="87"/>
                </a:cxn>
                <a:cxn ang="0">
                  <a:pos x="301" y="130"/>
                </a:cxn>
                <a:cxn ang="0">
                  <a:pos x="305" y="155"/>
                </a:cxn>
                <a:cxn ang="0">
                  <a:pos x="306" y="183"/>
                </a:cxn>
                <a:cxn ang="0">
                  <a:pos x="307" y="201"/>
                </a:cxn>
                <a:cxn ang="0">
                  <a:pos x="312" y="198"/>
                </a:cxn>
                <a:cxn ang="0">
                  <a:pos x="319" y="194"/>
                </a:cxn>
                <a:cxn ang="0">
                  <a:pos x="325" y="198"/>
                </a:cxn>
                <a:cxn ang="0">
                  <a:pos x="329" y="218"/>
                </a:cxn>
                <a:cxn ang="0">
                  <a:pos x="328" y="240"/>
                </a:cxn>
                <a:cxn ang="0">
                  <a:pos x="322" y="269"/>
                </a:cxn>
                <a:cxn ang="0">
                  <a:pos x="316" y="290"/>
                </a:cxn>
                <a:cxn ang="0">
                  <a:pos x="313" y="296"/>
                </a:cxn>
                <a:cxn ang="0">
                  <a:pos x="309" y="296"/>
                </a:cxn>
                <a:cxn ang="0">
                  <a:pos x="304" y="292"/>
                </a:cxn>
                <a:cxn ang="0">
                  <a:pos x="299" y="291"/>
                </a:cxn>
                <a:cxn ang="0">
                  <a:pos x="298" y="298"/>
                </a:cxn>
                <a:cxn ang="0">
                  <a:pos x="293" y="315"/>
                </a:cxn>
                <a:cxn ang="0">
                  <a:pos x="279" y="351"/>
                </a:cxn>
                <a:cxn ang="0">
                  <a:pos x="274" y="368"/>
                </a:cxn>
                <a:cxn ang="0">
                  <a:pos x="272" y="398"/>
                </a:cxn>
                <a:cxn ang="0">
                  <a:pos x="274" y="428"/>
                </a:cxn>
                <a:cxn ang="0">
                  <a:pos x="181" y="525"/>
                </a:cxn>
                <a:cxn ang="0">
                  <a:pos x="126" y="483"/>
                </a:cxn>
                <a:cxn ang="0">
                  <a:pos x="112" y="470"/>
                </a:cxn>
                <a:cxn ang="0">
                  <a:pos x="93" y="450"/>
                </a:cxn>
                <a:cxn ang="0">
                  <a:pos x="76" y="432"/>
                </a:cxn>
                <a:cxn ang="0">
                  <a:pos x="71" y="418"/>
                </a:cxn>
                <a:cxn ang="0">
                  <a:pos x="64" y="389"/>
                </a:cxn>
                <a:cxn ang="0">
                  <a:pos x="56" y="350"/>
                </a:cxn>
                <a:cxn ang="0">
                  <a:pos x="49" y="321"/>
                </a:cxn>
                <a:cxn ang="0">
                  <a:pos x="46" y="308"/>
                </a:cxn>
                <a:cxn ang="0">
                  <a:pos x="39" y="299"/>
                </a:cxn>
                <a:cxn ang="0">
                  <a:pos x="35" y="306"/>
                </a:cxn>
                <a:cxn ang="0">
                  <a:pos x="25" y="305"/>
                </a:cxn>
                <a:cxn ang="0">
                  <a:pos x="18" y="292"/>
                </a:cxn>
                <a:cxn ang="0">
                  <a:pos x="10" y="271"/>
                </a:cxn>
                <a:cxn ang="0">
                  <a:pos x="3" y="254"/>
                </a:cxn>
                <a:cxn ang="0">
                  <a:pos x="0" y="230"/>
                </a:cxn>
                <a:cxn ang="0">
                  <a:pos x="2" y="207"/>
                </a:cxn>
                <a:cxn ang="0">
                  <a:pos x="8" y="204"/>
                </a:cxn>
                <a:cxn ang="0">
                  <a:pos x="17" y="213"/>
                </a:cxn>
                <a:cxn ang="0">
                  <a:pos x="24" y="222"/>
                </a:cxn>
                <a:cxn ang="0">
                  <a:pos x="24" y="220"/>
                </a:cxn>
                <a:cxn ang="0">
                  <a:pos x="23" y="207"/>
                </a:cxn>
                <a:cxn ang="0">
                  <a:pos x="22" y="178"/>
                </a:cxn>
                <a:cxn ang="0">
                  <a:pos x="23" y="144"/>
                </a:cxn>
                <a:cxn ang="0">
                  <a:pos x="27" y="96"/>
                </a:cxn>
                <a:cxn ang="0">
                  <a:pos x="31" y="80"/>
                </a:cxn>
                <a:cxn ang="0">
                  <a:pos x="43" y="60"/>
                </a:cxn>
                <a:cxn ang="0">
                  <a:pos x="57" y="37"/>
                </a:cxn>
                <a:cxn ang="0">
                  <a:pos x="67" y="23"/>
                </a:cxn>
                <a:cxn ang="0">
                  <a:pos x="87" y="13"/>
                </a:cxn>
                <a:cxn ang="0">
                  <a:pos x="116" y="5"/>
                </a:cxn>
                <a:cxn ang="0">
                  <a:pos x="141" y="0"/>
                </a:cxn>
              </a:cxnLst>
              <a:rect l="0" t="0" r="r" b="b"/>
              <a:pathLst>
                <a:path w="329" h="525">
                  <a:moveTo>
                    <a:pt x="141" y="0"/>
                  </a:moveTo>
                  <a:lnTo>
                    <a:pt x="159" y="0"/>
                  </a:lnTo>
                  <a:lnTo>
                    <a:pt x="177" y="1"/>
                  </a:lnTo>
                  <a:lnTo>
                    <a:pt x="198" y="5"/>
                  </a:lnTo>
                  <a:lnTo>
                    <a:pt x="220" y="9"/>
                  </a:lnTo>
                  <a:lnTo>
                    <a:pt x="236" y="15"/>
                  </a:lnTo>
                  <a:lnTo>
                    <a:pt x="249" y="22"/>
                  </a:lnTo>
                  <a:lnTo>
                    <a:pt x="260" y="32"/>
                  </a:lnTo>
                  <a:lnTo>
                    <a:pt x="267" y="41"/>
                  </a:lnTo>
                  <a:lnTo>
                    <a:pt x="272" y="49"/>
                  </a:lnTo>
                  <a:lnTo>
                    <a:pt x="276" y="55"/>
                  </a:lnTo>
                  <a:lnTo>
                    <a:pt x="279" y="62"/>
                  </a:lnTo>
                  <a:lnTo>
                    <a:pt x="284" y="73"/>
                  </a:lnTo>
                  <a:lnTo>
                    <a:pt x="289" y="87"/>
                  </a:lnTo>
                  <a:lnTo>
                    <a:pt x="298" y="118"/>
                  </a:lnTo>
                  <a:lnTo>
                    <a:pt x="301" y="130"/>
                  </a:lnTo>
                  <a:lnTo>
                    <a:pt x="304" y="142"/>
                  </a:lnTo>
                  <a:lnTo>
                    <a:pt x="305" y="155"/>
                  </a:lnTo>
                  <a:lnTo>
                    <a:pt x="305" y="169"/>
                  </a:lnTo>
                  <a:lnTo>
                    <a:pt x="306" y="183"/>
                  </a:lnTo>
                  <a:lnTo>
                    <a:pt x="306" y="200"/>
                  </a:lnTo>
                  <a:lnTo>
                    <a:pt x="307" y="201"/>
                  </a:lnTo>
                  <a:lnTo>
                    <a:pt x="309" y="200"/>
                  </a:lnTo>
                  <a:lnTo>
                    <a:pt x="312" y="198"/>
                  </a:lnTo>
                  <a:lnTo>
                    <a:pt x="315" y="196"/>
                  </a:lnTo>
                  <a:lnTo>
                    <a:pt x="319" y="194"/>
                  </a:lnTo>
                  <a:lnTo>
                    <a:pt x="321" y="193"/>
                  </a:lnTo>
                  <a:lnTo>
                    <a:pt x="325" y="198"/>
                  </a:lnTo>
                  <a:lnTo>
                    <a:pt x="328" y="206"/>
                  </a:lnTo>
                  <a:lnTo>
                    <a:pt x="329" y="218"/>
                  </a:lnTo>
                  <a:lnTo>
                    <a:pt x="329" y="227"/>
                  </a:lnTo>
                  <a:lnTo>
                    <a:pt x="328" y="240"/>
                  </a:lnTo>
                  <a:lnTo>
                    <a:pt x="326" y="255"/>
                  </a:lnTo>
                  <a:lnTo>
                    <a:pt x="322" y="269"/>
                  </a:lnTo>
                  <a:lnTo>
                    <a:pt x="319" y="282"/>
                  </a:lnTo>
                  <a:lnTo>
                    <a:pt x="316" y="290"/>
                  </a:lnTo>
                  <a:lnTo>
                    <a:pt x="314" y="293"/>
                  </a:lnTo>
                  <a:lnTo>
                    <a:pt x="313" y="296"/>
                  </a:lnTo>
                  <a:lnTo>
                    <a:pt x="311" y="297"/>
                  </a:lnTo>
                  <a:lnTo>
                    <a:pt x="309" y="296"/>
                  </a:lnTo>
                  <a:lnTo>
                    <a:pt x="305" y="293"/>
                  </a:lnTo>
                  <a:lnTo>
                    <a:pt x="304" y="292"/>
                  </a:lnTo>
                  <a:lnTo>
                    <a:pt x="301" y="291"/>
                  </a:lnTo>
                  <a:lnTo>
                    <a:pt x="299" y="291"/>
                  </a:lnTo>
                  <a:lnTo>
                    <a:pt x="299" y="294"/>
                  </a:lnTo>
                  <a:lnTo>
                    <a:pt x="298" y="298"/>
                  </a:lnTo>
                  <a:lnTo>
                    <a:pt x="298" y="301"/>
                  </a:lnTo>
                  <a:lnTo>
                    <a:pt x="293" y="315"/>
                  </a:lnTo>
                  <a:lnTo>
                    <a:pt x="284" y="339"/>
                  </a:lnTo>
                  <a:lnTo>
                    <a:pt x="279" y="351"/>
                  </a:lnTo>
                  <a:lnTo>
                    <a:pt x="276" y="361"/>
                  </a:lnTo>
                  <a:lnTo>
                    <a:pt x="274" y="368"/>
                  </a:lnTo>
                  <a:lnTo>
                    <a:pt x="272" y="375"/>
                  </a:lnTo>
                  <a:lnTo>
                    <a:pt x="272" y="398"/>
                  </a:lnTo>
                  <a:lnTo>
                    <a:pt x="274" y="411"/>
                  </a:lnTo>
                  <a:lnTo>
                    <a:pt x="274" y="428"/>
                  </a:lnTo>
                  <a:lnTo>
                    <a:pt x="255" y="489"/>
                  </a:lnTo>
                  <a:lnTo>
                    <a:pt x="181" y="525"/>
                  </a:lnTo>
                  <a:lnTo>
                    <a:pt x="129" y="485"/>
                  </a:lnTo>
                  <a:lnTo>
                    <a:pt x="126" y="483"/>
                  </a:lnTo>
                  <a:lnTo>
                    <a:pt x="121" y="478"/>
                  </a:lnTo>
                  <a:lnTo>
                    <a:pt x="112" y="470"/>
                  </a:lnTo>
                  <a:lnTo>
                    <a:pt x="102" y="461"/>
                  </a:lnTo>
                  <a:lnTo>
                    <a:pt x="93" y="450"/>
                  </a:lnTo>
                  <a:lnTo>
                    <a:pt x="83" y="441"/>
                  </a:lnTo>
                  <a:lnTo>
                    <a:pt x="76" y="432"/>
                  </a:lnTo>
                  <a:lnTo>
                    <a:pt x="73" y="426"/>
                  </a:lnTo>
                  <a:lnTo>
                    <a:pt x="71" y="418"/>
                  </a:lnTo>
                  <a:lnTo>
                    <a:pt x="67" y="405"/>
                  </a:lnTo>
                  <a:lnTo>
                    <a:pt x="64" y="389"/>
                  </a:lnTo>
                  <a:lnTo>
                    <a:pt x="59" y="369"/>
                  </a:lnTo>
                  <a:lnTo>
                    <a:pt x="56" y="350"/>
                  </a:lnTo>
                  <a:lnTo>
                    <a:pt x="52" y="334"/>
                  </a:lnTo>
                  <a:lnTo>
                    <a:pt x="49" y="321"/>
                  </a:lnTo>
                  <a:lnTo>
                    <a:pt x="47" y="313"/>
                  </a:lnTo>
                  <a:lnTo>
                    <a:pt x="46" y="308"/>
                  </a:lnTo>
                  <a:lnTo>
                    <a:pt x="45" y="305"/>
                  </a:lnTo>
                  <a:lnTo>
                    <a:pt x="39" y="299"/>
                  </a:lnTo>
                  <a:lnTo>
                    <a:pt x="37" y="301"/>
                  </a:lnTo>
                  <a:lnTo>
                    <a:pt x="35" y="306"/>
                  </a:lnTo>
                  <a:lnTo>
                    <a:pt x="29" y="306"/>
                  </a:lnTo>
                  <a:lnTo>
                    <a:pt x="25" y="305"/>
                  </a:lnTo>
                  <a:lnTo>
                    <a:pt x="22" y="300"/>
                  </a:lnTo>
                  <a:lnTo>
                    <a:pt x="18" y="292"/>
                  </a:lnTo>
                  <a:lnTo>
                    <a:pt x="15" y="283"/>
                  </a:lnTo>
                  <a:lnTo>
                    <a:pt x="10" y="271"/>
                  </a:lnTo>
                  <a:lnTo>
                    <a:pt x="7" y="262"/>
                  </a:lnTo>
                  <a:lnTo>
                    <a:pt x="3" y="254"/>
                  </a:lnTo>
                  <a:lnTo>
                    <a:pt x="0" y="243"/>
                  </a:lnTo>
                  <a:lnTo>
                    <a:pt x="0" y="230"/>
                  </a:lnTo>
                  <a:lnTo>
                    <a:pt x="1" y="218"/>
                  </a:lnTo>
                  <a:lnTo>
                    <a:pt x="2" y="207"/>
                  </a:lnTo>
                  <a:lnTo>
                    <a:pt x="5" y="204"/>
                  </a:lnTo>
                  <a:lnTo>
                    <a:pt x="8" y="204"/>
                  </a:lnTo>
                  <a:lnTo>
                    <a:pt x="13" y="207"/>
                  </a:lnTo>
                  <a:lnTo>
                    <a:pt x="17" y="213"/>
                  </a:lnTo>
                  <a:lnTo>
                    <a:pt x="22" y="218"/>
                  </a:lnTo>
                  <a:lnTo>
                    <a:pt x="24" y="222"/>
                  </a:lnTo>
                  <a:lnTo>
                    <a:pt x="25" y="223"/>
                  </a:lnTo>
                  <a:lnTo>
                    <a:pt x="24" y="220"/>
                  </a:lnTo>
                  <a:lnTo>
                    <a:pt x="24" y="214"/>
                  </a:lnTo>
                  <a:lnTo>
                    <a:pt x="23" y="207"/>
                  </a:lnTo>
                  <a:lnTo>
                    <a:pt x="22" y="201"/>
                  </a:lnTo>
                  <a:lnTo>
                    <a:pt x="22" y="178"/>
                  </a:lnTo>
                  <a:lnTo>
                    <a:pt x="23" y="162"/>
                  </a:lnTo>
                  <a:lnTo>
                    <a:pt x="23" y="144"/>
                  </a:lnTo>
                  <a:lnTo>
                    <a:pt x="25" y="110"/>
                  </a:lnTo>
                  <a:lnTo>
                    <a:pt x="27" y="96"/>
                  </a:lnTo>
                  <a:lnTo>
                    <a:pt x="28" y="87"/>
                  </a:lnTo>
                  <a:lnTo>
                    <a:pt x="31" y="80"/>
                  </a:lnTo>
                  <a:lnTo>
                    <a:pt x="36" y="70"/>
                  </a:lnTo>
                  <a:lnTo>
                    <a:pt x="43" y="60"/>
                  </a:lnTo>
                  <a:lnTo>
                    <a:pt x="50" y="48"/>
                  </a:lnTo>
                  <a:lnTo>
                    <a:pt x="57" y="37"/>
                  </a:lnTo>
                  <a:lnTo>
                    <a:pt x="63" y="29"/>
                  </a:lnTo>
                  <a:lnTo>
                    <a:pt x="67" y="23"/>
                  </a:lnTo>
                  <a:lnTo>
                    <a:pt x="74" y="19"/>
                  </a:lnTo>
                  <a:lnTo>
                    <a:pt x="87" y="13"/>
                  </a:lnTo>
                  <a:lnTo>
                    <a:pt x="102" y="8"/>
                  </a:lnTo>
                  <a:lnTo>
                    <a:pt x="116" y="5"/>
                  </a:lnTo>
                  <a:lnTo>
                    <a:pt x="129" y="1"/>
                  </a:lnTo>
                  <a:lnTo>
                    <a:pt x="141" y="0"/>
                  </a:lnTo>
                  <a:close/>
                </a:path>
              </a:pathLst>
            </a:custGeom>
            <a:grpFill/>
            <a:ln w="0">
              <a:noFill/>
              <a:prstDash val="solid"/>
              <a:round/>
            </a:ln>
          </p:spPr>
          <p:txBody>
            <a:bodyPr vert="horz" wrap="square" lIns="91416" tIns="45708" rIns="91416" bIns="45708" numCol="1" anchor="t" anchorCtr="0" compatLnSpc="1"/>
            <a:lstStyle/>
            <a:p>
              <a:endParaRPr lang="en-US" sz="2400"/>
            </a:p>
          </p:txBody>
        </p:sp>
        <p:sp>
          <p:nvSpPr>
            <p:cNvPr id="8" name="Freeform 14"/>
            <p:cNvSpPr>
              <a:spLocks noEditPoints="1"/>
            </p:cNvSpPr>
            <p:nvPr/>
          </p:nvSpPr>
          <p:spPr bwMode="auto">
            <a:xfrm>
              <a:off x="4413250" y="638175"/>
              <a:ext cx="2041525" cy="4505325"/>
            </a:xfrm>
            <a:custGeom>
              <a:avLst/>
              <a:gdLst/>
              <a:ahLst/>
              <a:cxnLst>
                <a:cxn ang="0">
                  <a:pos x="622" y="852"/>
                </a:cxn>
                <a:cxn ang="0">
                  <a:pos x="758" y="867"/>
                </a:cxn>
                <a:cxn ang="0">
                  <a:pos x="702" y="726"/>
                </a:cxn>
                <a:cxn ang="0">
                  <a:pos x="579" y="68"/>
                </a:cxn>
                <a:cxn ang="0">
                  <a:pos x="674" y="274"/>
                </a:cxn>
                <a:cxn ang="0">
                  <a:pos x="706" y="375"/>
                </a:cxn>
                <a:cxn ang="0">
                  <a:pos x="753" y="100"/>
                </a:cxn>
                <a:cxn ang="0">
                  <a:pos x="789" y="54"/>
                </a:cxn>
                <a:cxn ang="0">
                  <a:pos x="892" y="102"/>
                </a:cxn>
                <a:cxn ang="0">
                  <a:pos x="1052" y="155"/>
                </a:cxn>
                <a:cxn ang="0">
                  <a:pos x="1066" y="241"/>
                </a:cxn>
                <a:cxn ang="0">
                  <a:pos x="1085" y="302"/>
                </a:cxn>
                <a:cxn ang="0">
                  <a:pos x="1125" y="396"/>
                </a:cxn>
                <a:cxn ang="0">
                  <a:pos x="1117" y="552"/>
                </a:cxn>
                <a:cxn ang="0">
                  <a:pos x="1005" y="615"/>
                </a:cxn>
                <a:cxn ang="0">
                  <a:pos x="1018" y="744"/>
                </a:cxn>
                <a:cxn ang="0">
                  <a:pos x="1070" y="911"/>
                </a:cxn>
                <a:cxn ang="0">
                  <a:pos x="1096" y="1052"/>
                </a:cxn>
                <a:cxn ang="0">
                  <a:pos x="1125" y="1267"/>
                </a:cxn>
                <a:cxn ang="0">
                  <a:pos x="1037" y="1409"/>
                </a:cxn>
                <a:cxn ang="0">
                  <a:pos x="1058" y="1682"/>
                </a:cxn>
                <a:cxn ang="0">
                  <a:pos x="1117" y="2030"/>
                </a:cxn>
                <a:cxn ang="0">
                  <a:pos x="1172" y="2349"/>
                </a:cxn>
                <a:cxn ang="0">
                  <a:pos x="1232" y="2504"/>
                </a:cxn>
                <a:cxn ang="0">
                  <a:pos x="1268" y="2725"/>
                </a:cxn>
                <a:cxn ang="0">
                  <a:pos x="1212" y="2823"/>
                </a:cxn>
                <a:cxn ang="0">
                  <a:pos x="1114" y="2791"/>
                </a:cxn>
                <a:cxn ang="0">
                  <a:pos x="1082" y="2737"/>
                </a:cxn>
                <a:cxn ang="0">
                  <a:pos x="1036" y="2670"/>
                </a:cxn>
                <a:cxn ang="0">
                  <a:pos x="978" y="2549"/>
                </a:cxn>
                <a:cxn ang="0">
                  <a:pos x="907" y="2409"/>
                </a:cxn>
                <a:cxn ang="0">
                  <a:pos x="868" y="2107"/>
                </a:cxn>
                <a:cxn ang="0">
                  <a:pos x="802" y="1791"/>
                </a:cxn>
                <a:cxn ang="0">
                  <a:pos x="698" y="1527"/>
                </a:cxn>
                <a:cxn ang="0">
                  <a:pos x="640" y="1384"/>
                </a:cxn>
                <a:cxn ang="0">
                  <a:pos x="572" y="1619"/>
                </a:cxn>
                <a:cxn ang="0">
                  <a:pos x="479" y="1911"/>
                </a:cxn>
                <a:cxn ang="0">
                  <a:pos x="418" y="2175"/>
                </a:cxn>
                <a:cxn ang="0">
                  <a:pos x="353" y="2438"/>
                </a:cxn>
                <a:cxn ang="0">
                  <a:pos x="287" y="2639"/>
                </a:cxn>
                <a:cxn ang="0">
                  <a:pos x="248" y="2739"/>
                </a:cxn>
                <a:cxn ang="0">
                  <a:pos x="193" y="2793"/>
                </a:cxn>
                <a:cxn ang="0">
                  <a:pos x="29" y="2837"/>
                </a:cxn>
                <a:cxn ang="0">
                  <a:pos x="11" y="2786"/>
                </a:cxn>
                <a:cxn ang="0">
                  <a:pos x="89" y="2646"/>
                </a:cxn>
                <a:cxn ang="0">
                  <a:pos x="106" y="2528"/>
                </a:cxn>
                <a:cxn ang="0">
                  <a:pos x="117" y="2294"/>
                </a:cxn>
                <a:cxn ang="0">
                  <a:pos x="211" y="1940"/>
                </a:cxn>
                <a:cxn ang="0">
                  <a:pos x="232" y="1759"/>
                </a:cxn>
                <a:cxn ang="0">
                  <a:pos x="239" y="1522"/>
                </a:cxn>
                <a:cxn ang="0">
                  <a:pos x="257" y="1295"/>
                </a:cxn>
                <a:cxn ang="0">
                  <a:pos x="140" y="1194"/>
                </a:cxn>
                <a:cxn ang="0">
                  <a:pos x="197" y="1013"/>
                </a:cxn>
                <a:cxn ang="0">
                  <a:pos x="247" y="866"/>
                </a:cxn>
                <a:cxn ang="0">
                  <a:pos x="285" y="759"/>
                </a:cxn>
                <a:cxn ang="0">
                  <a:pos x="320" y="635"/>
                </a:cxn>
                <a:cxn ang="0">
                  <a:pos x="233" y="535"/>
                </a:cxn>
                <a:cxn ang="0">
                  <a:pos x="225" y="417"/>
                </a:cxn>
                <a:cxn ang="0">
                  <a:pos x="242" y="309"/>
                </a:cxn>
                <a:cxn ang="0">
                  <a:pos x="255" y="180"/>
                </a:cxn>
                <a:cxn ang="0">
                  <a:pos x="400" y="80"/>
                </a:cxn>
                <a:cxn ang="0">
                  <a:pos x="533" y="38"/>
                </a:cxn>
              </a:cxnLst>
              <a:rect l="0" t="0" r="r" b="b"/>
              <a:pathLst>
                <a:path w="1286" h="2838">
                  <a:moveTo>
                    <a:pt x="693" y="726"/>
                  </a:moveTo>
                  <a:lnTo>
                    <a:pt x="677" y="728"/>
                  </a:lnTo>
                  <a:lnTo>
                    <a:pt x="672" y="732"/>
                  </a:lnTo>
                  <a:lnTo>
                    <a:pt x="666" y="742"/>
                  </a:lnTo>
                  <a:lnTo>
                    <a:pt x="659" y="756"/>
                  </a:lnTo>
                  <a:lnTo>
                    <a:pt x="651" y="774"/>
                  </a:lnTo>
                  <a:lnTo>
                    <a:pt x="644" y="792"/>
                  </a:lnTo>
                  <a:lnTo>
                    <a:pt x="636" y="813"/>
                  </a:lnTo>
                  <a:lnTo>
                    <a:pt x="629" y="833"/>
                  </a:lnTo>
                  <a:lnTo>
                    <a:pt x="622" y="852"/>
                  </a:lnTo>
                  <a:lnTo>
                    <a:pt x="618" y="868"/>
                  </a:lnTo>
                  <a:lnTo>
                    <a:pt x="614" y="881"/>
                  </a:lnTo>
                  <a:lnTo>
                    <a:pt x="608" y="899"/>
                  </a:lnTo>
                  <a:lnTo>
                    <a:pt x="600" y="923"/>
                  </a:lnTo>
                  <a:lnTo>
                    <a:pt x="591" y="948"/>
                  </a:lnTo>
                  <a:lnTo>
                    <a:pt x="780" y="948"/>
                  </a:lnTo>
                  <a:lnTo>
                    <a:pt x="773" y="923"/>
                  </a:lnTo>
                  <a:lnTo>
                    <a:pt x="766" y="901"/>
                  </a:lnTo>
                  <a:lnTo>
                    <a:pt x="761" y="881"/>
                  </a:lnTo>
                  <a:lnTo>
                    <a:pt x="758" y="867"/>
                  </a:lnTo>
                  <a:lnTo>
                    <a:pt x="754" y="854"/>
                  </a:lnTo>
                  <a:lnTo>
                    <a:pt x="750" y="838"/>
                  </a:lnTo>
                  <a:lnTo>
                    <a:pt x="745" y="820"/>
                  </a:lnTo>
                  <a:lnTo>
                    <a:pt x="738" y="802"/>
                  </a:lnTo>
                  <a:lnTo>
                    <a:pt x="732" y="783"/>
                  </a:lnTo>
                  <a:lnTo>
                    <a:pt x="727" y="766"/>
                  </a:lnTo>
                  <a:lnTo>
                    <a:pt x="721" y="752"/>
                  </a:lnTo>
                  <a:lnTo>
                    <a:pt x="714" y="734"/>
                  </a:lnTo>
                  <a:lnTo>
                    <a:pt x="709" y="730"/>
                  </a:lnTo>
                  <a:lnTo>
                    <a:pt x="702" y="726"/>
                  </a:lnTo>
                  <a:lnTo>
                    <a:pt x="693" y="726"/>
                  </a:lnTo>
                  <a:close/>
                  <a:moveTo>
                    <a:pt x="552" y="0"/>
                  </a:moveTo>
                  <a:lnTo>
                    <a:pt x="555" y="2"/>
                  </a:lnTo>
                  <a:lnTo>
                    <a:pt x="556" y="9"/>
                  </a:lnTo>
                  <a:lnTo>
                    <a:pt x="556" y="19"/>
                  </a:lnTo>
                  <a:lnTo>
                    <a:pt x="557" y="31"/>
                  </a:lnTo>
                  <a:lnTo>
                    <a:pt x="561" y="40"/>
                  </a:lnTo>
                  <a:lnTo>
                    <a:pt x="564" y="46"/>
                  </a:lnTo>
                  <a:lnTo>
                    <a:pt x="571" y="56"/>
                  </a:lnTo>
                  <a:lnTo>
                    <a:pt x="579" y="68"/>
                  </a:lnTo>
                  <a:lnTo>
                    <a:pt x="589" y="81"/>
                  </a:lnTo>
                  <a:lnTo>
                    <a:pt x="599" y="96"/>
                  </a:lnTo>
                  <a:lnTo>
                    <a:pt x="608" y="111"/>
                  </a:lnTo>
                  <a:lnTo>
                    <a:pt x="619" y="131"/>
                  </a:lnTo>
                  <a:lnTo>
                    <a:pt x="632" y="156"/>
                  </a:lnTo>
                  <a:lnTo>
                    <a:pt x="643" y="183"/>
                  </a:lnTo>
                  <a:lnTo>
                    <a:pt x="654" y="210"/>
                  </a:lnTo>
                  <a:lnTo>
                    <a:pt x="663" y="234"/>
                  </a:lnTo>
                  <a:lnTo>
                    <a:pt x="669" y="253"/>
                  </a:lnTo>
                  <a:lnTo>
                    <a:pt x="674" y="274"/>
                  </a:lnTo>
                  <a:lnTo>
                    <a:pt x="684" y="316"/>
                  </a:lnTo>
                  <a:lnTo>
                    <a:pt x="688" y="335"/>
                  </a:lnTo>
                  <a:lnTo>
                    <a:pt x="692" y="351"/>
                  </a:lnTo>
                  <a:lnTo>
                    <a:pt x="693" y="362"/>
                  </a:lnTo>
                  <a:lnTo>
                    <a:pt x="693" y="368"/>
                  </a:lnTo>
                  <a:lnTo>
                    <a:pt x="694" y="373"/>
                  </a:lnTo>
                  <a:lnTo>
                    <a:pt x="696" y="377"/>
                  </a:lnTo>
                  <a:lnTo>
                    <a:pt x="698" y="378"/>
                  </a:lnTo>
                  <a:lnTo>
                    <a:pt x="705" y="378"/>
                  </a:lnTo>
                  <a:lnTo>
                    <a:pt x="706" y="375"/>
                  </a:lnTo>
                  <a:lnTo>
                    <a:pt x="706" y="346"/>
                  </a:lnTo>
                  <a:lnTo>
                    <a:pt x="708" y="327"/>
                  </a:lnTo>
                  <a:lnTo>
                    <a:pt x="710" y="305"/>
                  </a:lnTo>
                  <a:lnTo>
                    <a:pt x="721" y="232"/>
                  </a:lnTo>
                  <a:lnTo>
                    <a:pt x="725" y="213"/>
                  </a:lnTo>
                  <a:lnTo>
                    <a:pt x="730" y="191"/>
                  </a:lnTo>
                  <a:lnTo>
                    <a:pt x="736" y="168"/>
                  </a:lnTo>
                  <a:lnTo>
                    <a:pt x="742" y="143"/>
                  </a:lnTo>
                  <a:lnTo>
                    <a:pt x="747" y="121"/>
                  </a:lnTo>
                  <a:lnTo>
                    <a:pt x="753" y="100"/>
                  </a:lnTo>
                  <a:lnTo>
                    <a:pt x="758" y="84"/>
                  </a:lnTo>
                  <a:lnTo>
                    <a:pt x="763" y="73"/>
                  </a:lnTo>
                  <a:lnTo>
                    <a:pt x="767" y="55"/>
                  </a:lnTo>
                  <a:lnTo>
                    <a:pt x="768" y="39"/>
                  </a:lnTo>
                  <a:lnTo>
                    <a:pt x="767" y="26"/>
                  </a:lnTo>
                  <a:lnTo>
                    <a:pt x="766" y="17"/>
                  </a:lnTo>
                  <a:lnTo>
                    <a:pt x="767" y="16"/>
                  </a:lnTo>
                  <a:lnTo>
                    <a:pt x="769" y="19"/>
                  </a:lnTo>
                  <a:lnTo>
                    <a:pt x="778" y="35"/>
                  </a:lnTo>
                  <a:lnTo>
                    <a:pt x="789" y="54"/>
                  </a:lnTo>
                  <a:lnTo>
                    <a:pt x="794" y="61"/>
                  </a:lnTo>
                  <a:lnTo>
                    <a:pt x="801" y="69"/>
                  </a:lnTo>
                  <a:lnTo>
                    <a:pt x="810" y="76"/>
                  </a:lnTo>
                  <a:lnTo>
                    <a:pt x="818" y="83"/>
                  </a:lnTo>
                  <a:lnTo>
                    <a:pt x="825" y="88"/>
                  </a:lnTo>
                  <a:lnTo>
                    <a:pt x="827" y="89"/>
                  </a:lnTo>
                  <a:lnTo>
                    <a:pt x="837" y="92"/>
                  </a:lnTo>
                  <a:lnTo>
                    <a:pt x="851" y="96"/>
                  </a:lnTo>
                  <a:lnTo>
                    <a:pt x="870" y="99"/>
                  </a:lnTo>
                  <a:lnTo>
                    <a:pt x="892" y="102"/>
                  </a:lnTo>
                  <a:lnTo>
                    <a:pt x="916" y="104"/>
                  </a:lnTo>
                  <a:lnTo>
                    <a:pt x="940" y="106"/>
                  </a:lnTo>
                  <a:lnTo>
                    <a:pt x="963" y="109"/>
                  </a:lnTo>
                  <a:lnTo>
                    <a:pt x="983" y="110"/>
                  </a:lnTo>
                  <a:lnTo>
                    <a:pt x="1000" y="112"/>
                  </a:lnTo>
                  <a:lnTo>
                    <a:pt x="1018" y="117"/>
                  </a:lnTo>
                  <a:lnTo>
                    <a:pt x="1030" y="124"/>
                  </a:lnTo>
                  <a:lnTo>
                    <a:pt x="1040" y="133"/>
                  </a:lnTo>
                  <a:lnTo>
                    <a:pt x="1047" y="143"/>
                  </a:lnTo>
                  <a:lnTo>
                    <a:pt x="1052" y="155"/>
                  </a:lnTo>
                  <a:lnTo>
                    <a:pt x="1055" y="166"/>
                  </a:lnTo>
                  <a:lnTo>
                    <a:pt x="1057" y="175"/>
                  </a:lnTo>
                  <a:lnTo>
                    <a:pt x="1058" y="187"/>
                  </a:lnTo>
                  <a:lnTo>
                    <a:pt x="1056" y="199"/>
                  </a:lnTo>
                  <a:lnTo>
                    <a:pt x="1053" y="211"/>
                  </a:lnTo>
                  <a:lnTo>
                    <a:pt x="1050" y="220"/>
                  </a:lnTo>
                  <a:lnTo>
                    <a:pt x="1048" y="226"/>
                  </a:lnTo>
                  <a:lnTo>
                    <a:pt x="1050" y="231"/>
                  </a:lnTo>
                  <a:lnTo>
                    <a:pt x="1062" y="238"/>
                  </a:lnTo>
                  <a:lnTo>
                    <a:pt x="1066" y="241"/>
                  </a:lnTo>
                  <a:lnTo>
                    <a:pt x="1066" y="246"/>
                  </a:lnTo>
                  <a:lnTo>
                    <a:pt x="1062" y="260"/>
                  </a:lnTo>
                  <a:lnTo>
                    <a:pt x="1060" y="266"/>
                  </a:lnTo>
                  <a:lnTo>
                    <a:pt x="1062" y="269"/>
                  </a:lnTo>
                  <a:lnTo>
                    <a:pt x="1066" y="274"/>
                  </a:lnTo>
                  <a:lnTo>
                    <a:pt x="1069" y="278"/>
                  </a:lnTo>
                  <a:lnTo>
                    <a:pt x="1069" y="281"/>
                  </a:lnTo>
                  <a:lnTo>
                    <a:pt x="1070" y="285"/>
                  </a:lnTo>
                  <a:lnTo>
                    <a:pt x="1073" y="290"/>
                  </a:lnTo>
                  <a:lnTo>
                    <a:pt x="1085" y="302"/>
                  </a:lnTo>
                  <a:lnTo>
                    <a:pt x="1089" y="310"/>
                  </a:lnTo>
                  <a:lnTo>
                    <a:pt x="1095" y="324"/>
                  </a:lnTo>
                  <a:lnTo>
                    <a:pt x="1101" y="339"/>
                  </a:lnTo>
                  <a:lnTo>
                    <a:pt x="1108" y="353"/>
                  </a:lnTo>
                  <a:lnTo>
                    <a:pt x="1114" y="363"/>
                  </a:lnTo>
                  <a:lnTo>
                    <a:pt x="1117" y="371"/>
                  </a:lnTo>
                  <a:lnTo>
                    <a:pt x="1118" y="380"/>
                  </a:lnTo>
                  <a:lnTo>
                    <a:pt x="1121" y="388"/>
                  </a:lnTo>
                  <a:lnTo>
                    <a:pt x="1123" y="392"/>
                  </a:lnTo>
                  <a:lnTo>
                    <a:pt x="1125" y="396"/>
                  </a:lnTo>
                  <a:lnTo>
                    <a:pt x="1128" y="402"/>
                  </a:lnTo>
                  <a:lnTo>
                    <a:pt x="1132" y="410"/>
                  </a:lnTo>
                  <a:lnTo>
                    <a:pt x="1136" y="421"/>
                  </a:lnTo>
                  <a:lnTo>
                    <a:pt x="1140" y="438"/>
                  </a:lnTo>
                  <a:lnTo>
                    <a:pt x="1146" y="459"/>
                  </a:lnTo>
                  <a:lnTo>
                    <a:pt x="1147" y="478"/>
                  </a:lnTo>
                  <a:lnTo>
                    <a:pt x="1144" y="497"/>
                  </a:lnTo>
                  <a:lnTo>
                    <a:pt x="1137" y="517"/>
                  </a:lnTo>
                  <a:lnTo>
                    <a:pt x="1128" y="535"/>
                  </a:lnTo>
                  <a:lnTo>
                    <a:pt x="1117" y="552"/>
                  </a:lnTo>
                  <a:lnTo>
                    <a:pt x="1106" y="567"/>
                  </a:lnTo>
                  <a:lnTo>
                    <a:pt x="1095" y="580"/>
                  </a:lnTo>
                  <a:lnTo>
                    <a:pt x="1086" y="590"/>
                  </a:lnTo>
                  <a:lnTo>
                    <a:pt x="1080" y="596"/>
                  </a:lnTo>
                  <a:lnTo>
                    <a:pt x="1072" y="601"/>
                  </a:lnTo>
                  <a:lnTo>
                    <a:pt x="1060" y="604"/>
                  </a:lnTo>
                  <a:lnTo>
                    <a:pt x="1047" y="606"/>
                  </a:lnTo>
                  <a:lnTo>
                    <a:pt x="1031" y="609"/>
                  </a:lnTo>
                  <a:lnTo>
                    <a:pt x="1018" y="612"/>
                  </a:lnTo>
                  <a:lnTo>
                    <a:pt x="1005" y="615"/>
                  </a:lnTo>
                  <a:lnTo>
                    <a:pt x="997" y="618"/>
                  </a:lnTo>
                  <a:lnTo>
                    <a:pt x="993" y="621"/>
                  </a:lnTo>
                  <a:lnTo>
                    <a:pt x="994" y="627"/>
                  </a:lnTo>
                  <a:lnTo>
                    <a:pt x="996" y="639"/>
                  </a:lnTo>
                  <a:lnTo>
                    <a:pt x="999" y="654"/>
                  </a:lnTo>
                  <a:lnTo>
                    <a:pt x="1002" y="672"/>
                  </a:lnTo>
                  <a:lnTo>
                    <a:pt x="1006" y="690"/>
                  </a:lnTo>
                  <a:lnTo>
                    <a:pt x="1011" y="709"/>
                  </a:lnTo>
                  <a:lnTo>
                    <a:pt x="1014" y="727"/>
                  </a:lnTo>
                  <a:lnTo>
                    <a:pt x="1018" y="744"/>
                  </a:lnTo>
                  <a:lnTo>
                    <a:pt x="1021" y="756"/>
                  </a:lnTo>
                  <a:lnTo>
                    <a:pt x="1022" y="766"/>
                  </a:lnTo>
                  <a:lnTo>
                    <a:pt x="1026" y="779"/>
                  </a:lnTo>
                  <a:lnTo>
                    <a:pt x="1030" y="795"/>
                  </a:lnTo>
                  <a:lnTo>
                    <a:pt x="1036" y="813"/>
                  </a:lnTo>
                  <a:lnTo>
                    <a:pt x="1043" y="832"/>
                  </a:lnTo>
                  <a:lnTo>
                    <a:pt x="1050" y="852"/>
                  </a:lnTo>
                  <a:lnTo>
                    <a:pt x="1069" y="898"/>
                  </a:lnTo>
                  <a:lnTo>
                    <a:pt x="1070" y="906"/>
                  </a:lnTo>
                  <a:lnTo>
                    <a:pt x="1070" y="911"/>
                  </a:lnTo>
                  <a:lnTo>
                    <a:pt x="1067" y="912"/>
                  </a:lnTo>
                  <a:lnTo>
                    <a:pt x="1066" y="912"/>
                  </a:lnTo>
                  <a:lnTo>
                    <a:pt x="1065" y="913"/>
                  </a:lnTo>
                  <a:lnTo>
                    <a:pt x="1065" y="920"/>
                  </a:lnTo>
                  <a:lnTo>
                    <a:pt x="1070" y="934"/>
                  </a:lnTo>
                  <a:lnTo>
                    <a:pt x="1073" y="951"/>
                  </a:lnTo>
                  <a:lnTo>
                    <a:pt x="1079" y="972"/>
                  </a:lnTo>
                  <a:lnTo>
                    <a:pt x="1084" y="996"/>
                  </a:lnTo>
                  <a:lnTo>
                    <a:pt x="1089" y="1023"/>
                  </a:lnTo>
                  <a:lnTo>
                    <a:pt x="1096" y="1052"/>
                  </a:lnTo>
                  <a:lnTo>
                    <a:pt x="1108" y="1112"/>
                  </a:lnTo>
                  <a:lnTo>
                    <a:pt x="1115" y="1143"/>
                  </a:lnTo>
                  <a:lnTo>
                    <a:pt x="1120" y="1170"/>
                  </a:lnTo>
                  <a:lnTo>
                    <a:pt x="1125" y="1196"/>
                  </a:lnTo>
                  <a:lnTo>
                    <a:pt x="1129" y="1218"/>
                  </a:lnTo>
                  <a:lnTo>
                    <a:pt x="1132" y="1236"/>
                  </a:lnTo>
                  <a:lnTo>
                    <a:pt x="1135" y="1248"/>
                  </a:lnTo>
                  <a:lnTo>
                    <a:pt x="1136" y="1255"/>
                  </a:lnTo>
                  <a:lnTo>
                    <a:pt x="1133" y="1260"/>
                  </a:lnTo>
                  <a:lnTo>
                    <a:pt x="1125" y="1267"/>
                  </a:lnTo>
                  <a:lnTo>
                    <a:pt x="1111" y="1273"/>
                  </a:lnTo>
                  <a:lnTo>
                    <a:pt x="1094" y="1281"/>
                  </a:lnTo>
                  <a:lnTo>
                    <a:pt x="1074" y="1288"/>
                  </a:lnTo>
                  <a:lnTo>
                    <a:pt x="1053" y="1295"/>
                  </a:lnTo>
                  <a:lnTo>
                    <a:pt x="1031" y="1302"/>
                  </a:lnTo>
                  <a:lnTo>
                    <a:pt x="1035" y="1316"/>
                  </a:lnTo>
                  <a:lnTo>
                    <a:pt x="1037" y="1326"/>
                  </a:lnTo>
                  <a:lnTo>
                    <a:pt x="1038" y="1350"/>
                  </a:lnTo>
                  <a:lnTo>
                    <a:pt x="1038" y="1377"/>
                  </a:lnTo>
                  <a:lnTo>
                    <a:pt x="1037" y="1409"/>
                  </a:lnTo>
                  <a:lnTo>
                    <a:pt x="1037" y="1441"/>
                  </a:lnTo>
                  <a:lnTo>
                    <a:pt x="1036" y="1474"/>
                  </a:lnTo>
                  <a:lnTo>
                    <a:pt x="1035" y="1504"/>
                  </a:lnTo>
                  <a:lnTo>
                    <a:pt x="1035" y="1533"/>
                  </a:lnTo>
                  <a:lnTo>
                    <a:pt x="1036" y="1559"/>
                  </a:lnTo>
                  <a:lnTo>
                    <a:pt x="1038" y="1579"/>
                  </a:lnTo>
                  <a:lnTo>
                    <a:pt x="1042" y="1596"/>
                  </a:lnTo>
                  <a:lnTo>
                    <a:pt x="1047" y="1621"/>
                  </a:lnTo>
                  <a:lnTo>
                    <a:pt x="1051" y="1648"/>
                  </a:lnTo>
                  <a:lnTo>
                    <a:pt x="1058" y="1682"/>
                  </a:lnTo>
                  <a:lnTo>
                    <a:pt x="1065" y="1718"/>
                  </a:lnTo>
                  <a:lnTo>
                    <a:pt x="1072" y="1755"/>
                  </a:lnTo>
                  <a:lnTo>
                    <a:pt x="1078" y="1794"/>
                  </a:lnTo>
                  <a:lnTo>
                    <a:pt x="1085" y="1832"/>
                  </a:lnTo>
                  <a:lnTo>
                    <a:pt x="1092" y="1868"/>
                  </a:lnTo>
                  <a:lnTo>
                    <a:pt x="1096" y="1902"/>
                  </a:lnTo>
                  <a:lnTo>
                    <a:pt x="1101" y="1932"/>
                  </a:lnTo>
                  <a:lnTo>
                    <a:pt x="1106" y="1961"/>
                  </a:lnTo>
                  <a:lnTo>
                    <a:pt x="1110" y="1995"/>
                  </a:lnTo>
                  <a:lnTo>
                    <a:pt x="1117" y="2030"/>
                  </a:lnTo>
                  <a:lnTo>
                    <a:pt x="1131" y="2102"/>
                  </a:lnTo>
                  <a:lnTo>
                    <a:pt x="1138" y="2137"/>
                  </a:lnTo>
                  <a:lnTo>
                    <a:pt x="1145" y="2171"/>
                  </a:lnTo>
                  <a:lnTo>
                    <a:pt x="1151" y="2201"/>
                  </a:lnTo>
                  <a:lnTo>
                    <a:pt x="1157" y="2228"/>
                  </a:lnTo>
                  <a:lnTo>
                    <a:pt x="1161" y="2250"/>
                  </a:lnTo>
                  <a:lnTo>
                    <a:pt x="1165" y="2265"/>
                  </a:lnTo>
                  <a:lnTo>
                    <a:pt x="1168" y="2283"/>
                  </a:lnTo>
                  <a:lnTo>
                    <a:pt x="1169" y="2304"/>
                  </a:lnTo>
                  <a:lnTo>
                    <a:pt x="1172" y="2349"/>
                  </a:lnTo>
                  <a:lnTo>
                    <a:pt x="1174" y="2370"/>
                  </a:lnTo>
                  <a:lnTo>
                    <a:pt x="1176" y="2388"/>
                  </a:lnTo>
                  <a:lnTo>
                    <a:pt x="1180" y="2404"/>
                  </a:lnTo>
                  <a:lnTo>
                    <a:pt x="1186" y="2416"/>
                  </a:lnTo>
                  <a:lnTo>
                    <a:pt x="1201" y="2433"/>
                  </a:lnTo>
                  <a:lnTo>
                    <a:pt x="1215" y="2450"/>
                  </a:lnTo>
                  <a:lnTo>
                    <a:pt x="1225" y="2466"/>
                  </a:lnTo>
                  <a:lnTo>
                    <a:pt x="1232" y="2481"/>
                  </a:lnTo>
                  <a:lnTo>
                    <a:pt x="1233" y="2490"/>
                  </a:lnTo>
                  <a:lnTo>
                    <a:pt x="1232" y="2504"/>
                  </a:lnTo>
                  <a:lnTo>
                    <a:pt x="1231" y="2523"/>
                  </a:lnTo>
                  <a:lnTo>
                    <a:pt x="1227" y="2543"/>
                  </a:lnTo>
                  <a:lnTo>
                    <a:pt x="1224" y="2565"/>
                  </a:lnTo>
                  <a:lnTo>
                    <a:pt x="1220" y="2585"/>
                  </a:lnTo>
                  <a:lnTo>
                    <a:pt x="1217" y="2603"/>
                  </a:lnTo>
                  <a:lnTo>
                    <a:pt x="1211" y="2627"/>
                  </a:lnTo>
                  <a:lnTo>
                    <a:pt x="1222" y="2649"/>
                  </a:lnTo>
                  <a:lnTo>
                    <a:pt x="1233" y="2670"/>
                  </a:lnTo>
                  <a:lnTo>
                    <a:pt x="1256" y="2709"/>
                  </a:lnTo>
                  <a:lnTo>
                    <a:pt x="1268" y="2725"/>
                  </a:lnTo>
                  <a:lnTo>
                    <a:pt x="1277" y="2741"/>
                  </a:lnTo>
                  <a:lnTo>
                    <a:pt x="1283" y="2752"/>
                  </a:lnTo>
                  <a:lnTo>
                    <a:pt x="1286" y="2768"/>
                  </a:lnTo>
                  <a:lnTo>
                    <a:pt x="1284" y="2785"/>
                  </a:lnTo>
                  <a:lnTo>
                    <a:pt x="1278" y="2800"/>
                  </a:lnTo>
                  <a:lnTo>
                    <a:pt x="1268" y="2810"/>
                  </a:lnTo>
                  <a:lnTo>
                    <a:pt x="1257" y="2817"/>
                  </a:lnTo>
                  <a:lnTo>
                    <a:pt x="1246" y="2821"/>
                  </a:lnTo>
                  <a:lnTo>
                    <a:pt x="1230" y="2822"/>
                  </a:lnTo>
                  <a:lnTo>
                    <a:pt x="1212" y="2823"/>
                  </a:lnTo>
                  <a:lnTo>
                    <a:pt x="1194" y="2822"/>
                  </a:lnTo>
                  <a:lnTo>
                    <a:pt x="1179" y="2821"/>
                  </a:lnTo>
                  <a:lnTo>
                    <a:pt x="1168" y="2818"/>
                  </a:lnTo>
                  <a:lnTo>
                    <a:pt x="1166" y="2818"/>
                  </a:lnTo>
                  <a:lnTo>
                    <a:pt x="1160" y="2817"/>
                  </a:lnTo>
                  <a:lnTo>
                    <a:pt x="1151" y="2815"/>
                  </a:lnTo>
                  <a:lnTo>
                    <a:pt x="1140" y="2811"/>
                  </a:lnTo>
                  <a:lnTo>
                    <a:pt x="1129" y="2804"/>
                  </a:lnTo>
                  <a:lnTo>
                    <a:pt x="1122" y="2798"/>
                  </a:lnTo>
                  <a:lnTo>
                    <a:pt x="1114" y="2791"/>
                  </a:lnTo>
                  <a:lnTo>
                    <a:pt x="1108" y="2784"/>
                  </a:lnTo>
                  <a:lnTo>
                    <a:pt x="1104" y="2772"/>
                  </a:lnTo>
                  <a:lnTo>
                    <a:pt x="1100" y="2746"/>
                  </a:lnTo>
                  <a:lnTo>
                    <a:pt x="1098" y="2738"/>
                  </a:lnTo>
                  <a:lnTo>
                    <a:pt x="1095" y="2734"/>
                  </a:lnTo>
                  <a:lnTo>
                    <a:pt x="1094" y="2734"/>
                  </a:lnTo>
                  <a:lnTo>
                    <a:pt x="1092" y="2735"/>
                  </a:lnTo>
                  <a:lnTo>
                    <a:pt x="1089" y="2735"/>
                  </a:lnTo>
                  <a:lnTo>
                    <a:pt x="1085" y="2737"/>
                  </a:lnTo>
                  <a:lnTo>
                    <a:pt x="1082" y="2737"/>
                  </a:lnTo>
                  <a:lnTo>
                    <a:pt x="1078" y="2736"/>
                  </a:lnTo>
                  <a:lnTo>
                    <a:pt x="1071" y="2732"/>
                  </a:lnTo>
                  <a:lnTo>
                    <a:pt x="1063" y="2728"/>
                  </a:lnTo>
                  <a:lnTo>
                    <a:pt x="1053" y="2722"/>
                  </a:lnTo>
                  <a:lnTo>
                    <a:pt x="1047" y="2717"/>
                  </a:lnTo>
                  <a:lnTo>
                    <a:pt x="1042" y="2713"/>
                  </a:lnTo>
                  <a:lnTo>
                    <a:pt x="1040" y="2708"/>
                  </a:lnTo>
                  <a:lnTo>
                    <a:pt x="1038" y="2697"/>
                  </a:lnTo>
                  <a:lnTo>
                    <a:pt x="1037" y="2685"/>
                  </a:lnTo>
                  <a:lnTo>
                    <a:pt x="1036" y="2670"/>
                  </a:lnTo>
                  <a:lnTo>
                    <a:pt x="1036" y="2652"/>
                  </a:lnTo>
                  <a:lnTo>
                    <a:pt x="1035" y="2636"/>
                  </a:lnTo>
                  <a:lnTo>
                    <a:pt x="1035" y="2621"/>
                  </a:lnTo>
                  <a:lnTo>
                    <a:pt x="1030" y="2617"/>
                  </a:lnTo>
                  <a:lnTo>
                    <a:pt x="1024" y="2615"/>
                  </a:lnTo>
                  <a:lnTo>
                    <a:pt x="1019" y="2611"/>
                  </a:lnTo>
                  <a:lnTo>
                    <a:pt x="1006" y="2600"/>
                  </a:lnTo>
                  <a:lnTo>
                    <a:pt x="994" y="2585"/>
                  </a:lnTo>
                  <a:lnTo>
                    <a:pt x="985" y="2567"/>
                  </a:lnTo>
                  <a:lnTo>
                    <a:pt x="978" y="2549"/>
                  </a:lnTo>
                  <a:lnTo>
                    <a:pt x="972" y="2530"/>
                  </a:lnTo>
                  <a:lnTo>
                    <a:pt x="968" y="2514"/>
                  </a:lnTo>
                  <a:lnTo>
                    <a:pt x="965" y="2501"/>
                  </a:lnTo>
                  <a:lnTo>
                    <a:pt x="960" y="2487"/>
                  </a:lnTo>
                  <a:lnTo>
                    <a:pt x="949" y="2474"/>
                  </a:lnTo>
                  <a:lnTo>
                    <a:pt x="936" y="2464"/>
                  </a:lnTo>
                  <a:lnTo>
                    <a:pt x="925" y="2451"/>
                  </a:lnTo>
                  <a:lnTo>
                    <a:pt x="914" y="2437"/>
                  </a:lnTo>
                  <a:lnTo>
                    <a:pt x="911" y="2427"/>
                  </a:lnTo>
                  <a:lnTo>
                    <a:pt x="907" y="2409"/>
                  </a:lnTo>
                  <a:lnTo>
                    <a:pt x="904" y="2387"/>
                  </a:lnTo>
                  <a:lnTo>
                    <a:pt x="899" y="2359"/>
                  </a:lnTo>
                  <a:lnTo>
                    <a:pt x="896" y="2328"/>
                  </a:lnTo>
                  <a:lnTo>
                    <a:pt x="891" y="2294"/>
                  </a:lnTo>
                  <a:lnTo>
                    <a:pt x="888" y="2259"/>
                  </a:lnTo>
                  <a:lnTo>
                    <a:pt x="883" y="2224"/>
                  </a:lnTo>
                  <a:lnTo>
                    <a:pt x="880" y="2190"/>
                  </a:lnTo>
                  <a:lnTo>
                    <a:pt x="876" y="2159"/>
                  </a:lnTo>
                  <a:lnTo>
                    <a:pt x="871" y="2131"/>
                  </a:lnTo>
                  <a:lnTo>
                    <a:pt x="868" y="2107"/>
                  </a:lnTo>
                  <a:lnTo>
                    <a:pt x="863" y="2079"/>
                  </a:lnTo>
                  <a:lnTo>
                    <a:pt x="856" y="2046"/>
                  </a:lnTo>
                  <a:lnTo>
                    <a:pt x="849" y="2011"/>
                  </a:lnTo>
                  <a:lnTo>
                    <a:pt x="843" y="1975"/>
                  </a:lnTo>
                  <a:lnTo>
                    <a:pt x="836" y="1938"/>
                  </a:lnTo>
                  <a:lnTo>
                    <a:pt x="827" y="1902"/>
                  </a:lnTo>
                  <a:lnTo>
                    <a:pt x="820" y="1867"/>
                  </a:lnTo>
                  <a:lnTo>
                    <a:pt x="814" y="1837"/>
                  </a:lnTo>
                  <a:lnTo>
                    <a:pt x="807" y="1811"/>
                  </a:lnTo>
                  <a:lnTo>
                    <a:pt x="802" y="1791"/>
                  </a:lnTo>
                  <a:lnTo>
                    <a:pt x="795" y="1768"/>
                  </a:lnTo>
                  <a:lnTo>
                    <a:pt x="788" y="1743"/>
                  </a:lnTo>
                  <a:lnTo>
                    <a:pt x="760" y="1662"/>
                  </a:lnTo>
                  <a:lnTo>
                    <a:pt x="751" y="1639"/>
                  </a:lnTo>
                  <a:lnTo>
                    <a:pt x="742" y="1619"/>
                  </a:lnTo>
                  <a:lnTo>
                    <a:pt x="732" y="1605"/>
                  </a:lnTo>
                  <a:lnTo>
                    <a:pt x="725" y="1593"/>
                  </a:lnTo>
                  <a:lnTo>
                    <a:pt x="717" y="1575"/>
                  </a:lnTo>
                  <a:lnTo>
                    <a:pt x="708" y="1553"/>
                  </a:lnTo>
                  <a:lnTo>
                    <a:pt x="698" y="1527"/>
                  </a:lnTo>
                  <a:lnTo>
                    <a:pt x="688" y="1501"/>
                  </a:lnTo>
                  <a:lnTo>
                    <a:pt x="678" y="1474"/>
                  </a:lnTo>
                  <a:lnTo>
                    <a:pt x="669" y="1448"/>
                  </a:lnTo>
                  <a:lnTo>
                    <a:pt x="661" y="1424"/>
                  </a:lnTo>
                  <a:lnTo>
                    <a:pt x="655" y="1404"/>
                  </a:lnTo>
                  <a:lnTo>
                    <a:pt x="650" y="1389"/>
                  </a:lnTo>
                  <a:lnTo>
                    <a:pt x="647" y="1379"/>
                  </a:lnTo>
                  <a:lnTo>
                    <a:pt x="644" y="1375"/>
                  </a:lnTo>
                  <a:lnTo>
                    <a:pt x="642" y="1377"/>
                  </a:lnTo>
                  <a:lnTo>
                    <a:pt x="640" y="1384"/>
                  </a:lnTo>
                  <a:lnTo>
                    <a:pt x="638" y="1396"/>
                  </a:lnTo>
                  <a:lnTo>
                    <a:pt x="636" y="1411"/>
                  </a:lnTo>
                  <a:lnTo>
                    <a:pt x="633" y="1427"/>
                  </a:lnTo>
                  <a:lnTo>
                    <a:pt x="629" y="1446"/>
                  </a:lnTo>
                  <a:lnTo>
                    <a:pt x="625" y="1465"/>
                  </a:lnTo>
                  <a:lnTo>
                    <a:pt x="616" y="1488"/>
                  </a:lnTo>
                  <a:lnTo>
                    <a:pt x="607" y="1517"/>
                  </a:lnTo>
                  <a:lnTo>
                    <a:pt x="597" y="1550"/>
                  </a:lnTo>
                  <a:lnTo>
                    <a:pt x="585" y="1584"/>
                  </a:lnTo>
                  <a:lnTo>
                    <a:pt x="572" y="1619"/>
                  </a:lnTo>
                  <a:lnTo>
                    <a:pt x="561" y="1654"/>
                  </a:lnTo>
                  <a:lnTo>
                    <a:pt x="548" y="1686"/>
                  </a:lnTo>
                  <a:lnTo>
                    <a:pt x="538" y="1712"/>
                  </a:lnTo>
                  <a:lnTo>
                    <a:pt x="526" y="1743"/>
                  </a:lnTo>
                  <a:lnTo>
                    <a:pt x="516" y="1774"/>
                  </a:lnTo>
                  <a:lnTo>
                    <a:pt x="507" y="1807"/>
                  </a:lnTo>
                  <a:lnTo>
                    <a:pt x="499" y="1838"/>
                  </a:lnTo>
                  <a:lnTo>
                    <a:pt x="492" y="1867"/>
                  </a:lnTo>
                  <a:lnTo>
                    <a:pt x="485" y="1892"/>
                  </a:lnTo>
                  <a:lnTo>
                    <a:pt x="479" y="1911"/>
                  </a:lnTo>
                  <a:lnTo>
                    <a:pt x="474" y="1923"/>
                  </a:lnTo>
                  <a:lnTo>
                    <a:pt x="469" y="1942"/>
                  </a:lnTo>
                  <a:lnTo>
                    <a:pt x="463" y="1964"/>
                  </a:lnTo>
                  <a:lnTo>
                    <a:pt x="458" y="1990"/>
                  </a:lnTo>
                  <a:lnTo>
                    <a:pt x="451" y="2019"/>
                  </a:lnTo>
                  <a:lnTo>
                    <a:pt x="444" y="2051"/>
                  </a:lnTo>
                  <a:lnTo>
                    <a:pt x="437" y="2083"/>
                  </a:lnTo>
                  <a:lnTo>
                    <a:pt x="431" y="2116"/>
                  </a:lnTo>
                  <a:lnTo>
                    <a:pt x="424" y="2146"/>
                  </a:lnTo>
                  <a:lnTo>
                    <a:pt x="418" y="2175"/>
                  </a:lnTo>
                  <a:lnTo>
                    <a:pt x="414" y="2201"/>
                  </a:lnTo>
                  <a:lnTo>
                    <a:pt x="410" y="2222"/>
                  </a:lnTo>
                  <a:lnTo>
                    <a:pt x="407" y="2238"/>
                  </a:lnTo>
                  <a:lnTo>
                    <a:pt x="402" y="2265"/>
                  </a:lnTo>
                  <a:lnTo>
                    <a:pt x="390" y="2328"/>
                  </a:lnTo>
                  <a:lnTo>
                    <a:pt x="383" y="2358"/>
                  </a:lnTo>
                  <a:lnTo>
                    <a:pt x="377" y="2386"/>
                  </a:lnTo>
                  <a:lnTo>
                    <a:pt x="368" y="2408"/>
                  </a:lnTo>
                  <a:lnTo>
                    <a:pt x="361" y="2423"/>
                  </a:lnTo>
                  <a:lnTo>
                    <a:pt x="353" y="2438"/>
                  </a:lnTo>
                  <a:lnTo>
                    <a:pt x="349" y="2452"/>
                  </a:lnTo>
                  <a:lnTo>
                    <a:pt x="346" y="2467"/>
                  </a:lnTo>
                  <a:lnTo>
                    <a:pt x="346" y="2531"/>
                  </a:lnTo>
                  <a:lnTo>
                    <a:pt x="345" y="2557"/>
                  </a:lnTo>
                  <a:lnTo>
                    <a:pt x="341" y="2579"/>
                  </a:lnTo>
                  <a:lnTo>
                    <a:pt x="332" y="2599"/>
                  </a:lnTo>
                  <a:lnTo>
                    <a:pt x="326" y="2608"/>
                  </a:lnTo>
                  <a:lnTo>
                    <a:pt x="315" y="2617"/>
                  </a:lnTo>
                  <a:lnTo>
                    <a:pt x="302" y="2629"/>
                  </a:lnTo>
                  <a:lnTo>
                    <a:pt x="287" y="2639"/>
                  </a:lnTo>
                  <a:lnTo>
                    <a:pt x="286" y="2654"/>
                  </a:lnTo>
                  <a:lnTo>
                    <a:pt x="285" y="2671"/>
                  </a:lnTo>
                  <a:lnTo>
                    <a:pt x="284" y="2688"/>
                  </a:lnTo>
                  <a:lnTo>
                    <a:pt x="283" y="2702"/>
                  </a:lnTo>
                  <a:lnTo>
                    <a:pt x="283" y="2714"/>
                  </a:lnTo>
                  <a:lnTo>
                    <a:pt x="281" y="2720"/>
                  </a:lnTo>
                  <a:lnTo>
                    <a:pt x="278" y="2724"/>
                  </a:lnTo>
                  <a:lnTo>
                    <a:pt x="269" y="2730"/>
                  </a:lnTo>
                  <a:lnTo>
                    <a:pt x="258" y="2736"/>
                  </a:lnTo>
                  <a:lnTo>
                    <a:pt x="248" y="2739"/>
                  </a:lnTo>
                  <a:lnTo>
                    <a:pt x="234" y="2742"/>
                  </a:lnTo>
                  <a:lnTo>
                    <a:pt x="222" y="2743"/>
                  </a:lnTo>
                  <a:lnTo>
                    <a:pt x="214" y="2745"/>
                  </a:lnTo>
                  <a:lnTo>
                    <a:pt x="211" y="2748"/>
                  </a:lnTo>
                  <a:lnTo>
                    <a:pt x="210" y="2753"/>
                  </a:lnTo>
                  <a:lnTo>
                    <a:pt x="208" y="2760"/>
                  </a:lnTo>
                  <a:lnTo>
                    <a:pt x="208" y="2768"/>
                  </a:lnTo>
                  <a:lnTo>
                    <a:pt x="206" y="2778"/>
                  </a:lnTo>
                  <a:lnTo>
                    <a:pt x="203" y="2785"/>
                  </a:lnTo>
                  <a:lnTo>
                    <a:pt x="193" y="2793"/>
                  </a:lnTo>
                  <a:lnTo>
                    <a:pt x="183" y="2802"/>
                  </a:lnTo>
                  <a:lnTo>
                    <a:pt x="169" y="2810"/>
                  </a:lnTo>
                  <a:lnTo>
                    <a:pt x="154" y="2820"/>
                  </a:lnTo>
                  <a:lnTo>
                    <a:pt x="140" y="2827"/>
                  </a:lnTo>
                  <a:lnTo>
                    <a:pt x="127" y="2832"/>
                  </a:lnTo>
                  <a:lnTo>
                    <a:pt x="109" y="2837"/>
                  </a:lnTo>
                  <a:lnTo>
                    <a:pt x="88" y="2838"/>
                  </a:lnTo>
                  <a:lnTo>
                    <a:pt x="67" y="2838"/>
                  </a:lnTo>
                  <a:lnTo>
                    <a:pt x="47" y="2837"/>
                  </a:lnTo>
                  <a:lnTo>
                    <a:pt x="29" y="2837"/>
                  </a:lnTo>
                  <a:lnTo>
                    <a:pt x="23" y="2836"/>
                  </a:lnTo>
                  <a:lnTo>
                    <a:pt x="15" y="2835"/>
                  </a:lnTo>
                  <a:lnTo>
                    <a:pt x="6" y="2832"/>
                  </a:lnTo>
                  <a:lnTo>
                    <a:pt x="1" y="2829"/>
                  </a:lnTo>
                  <a:lnTo>
                    <a:pt x="0" y="2823"/>
                  </a:lnTo>
                  <a:lnTo>
                    <a:pt x="0" y="2815"/>
                  </a:lnTo>
                  <a:lnTo>
                    <a:pt x="2" y="2808"/>
                  </a:lnTo>
                  <a:lnTo>
                    <a:pt x="6" y="2800"/>
                  </a:lnTo>
                  <a:lnTo>
                    <a:pt x="8" y="2794"/>
                  </a:lnTo>
                  <a:lnTo>
                    <a:pt x="11" y="2786"/>
                  </a:lnTo>
                  <a:lnTo>
                    <a:pt x="16" y="2772"/>
                  </a:lnTo>
                  <a:lnTo>
                    <a:pt x="21" y="2757"/>
                  </a:lnTo>
                  <a:lnTo>
                    <a:pt x="28" y="2742"/>
                  </a:lnTo>
                  <a:lnTo>
                    <a:pt x="36" y="2729"/>
                  </a:lnTo>
                  <a:lnTo>
                    <a:pt x="42" y="2722"/>
                  </a:lnTo>
                  <a:lnTo>
                    <a:pt x="48" y="2710"/>
                  </a:lnTo>
                  <a:lnTo>
                    <a:pt x="58" y="2695"/>
                  </a:lnTo>
                  <a:lnTo>
                    <a:pt x="68" y="2680"/>
                  </a:lnTo>
                  <a:lnTo>
                    <a:pt x="79" y="2663"/>
                  </a:lnTo>
                  <a:lnTo>
                    <a:pt x="89" y="2646"/>
                  </a:lnTo>
                  <a:lnTo>
                    <a:pt x="98" y="2631"/>
                  </a:lnTo>
                  <a:lnTo>
                    <a:pt x="105" y="2620"/>
                  </a:lnTo>
                  <a:lnTo>
                    <a:pt x="102" y="2611"/>
                  </a:lnTo>
                  <a:lnTo>
                    <a:pt x="102" y="2601"/>
                  </a:lnTo>
                  <a:lnTo>
                    <a:pt x="104" y="2589"/>
                  </a:lnTo>
                  <a:lnTo>
                    <a:pt x="113" y="2564"/>
                  </a:lnTo>
                  <a:lnTo>
                    <a:pt x="117" y="2551"/>
                  </a:lnTo>
                  <a:lnTo>
                    <a:pt x="118" y="2542"/>
                  </a:lnTo>
                  <a:lnTo>
                    <a:pt x="115" y="2535"/>
                  </a:lnTo>
                  <a:lnTo>
                    <a:pt x="106" y="2528"/>
                  </a:lnTo>
                  <a:lnTo>
                    <a:pt x="95" y="2518"/>
                  </a:lnTo>
                  <a:lnTo>
                    <a:pt x="89" y="2509"/>
                  </a:lnTo>
                  <a:lnTo>
                    <a:pt x="86" y="2495"/>
                  </a:lnTo>
                  <a:lnTo>
                    <a:pt x="86" y="2477"/>
                  </a:lnTo>
                  <a:lnTo>
                    <a:pt x="88" y="2456"/>
                  </a:lnTo>
                  <a:lnTo>
                    <a:pt x="91" y="2431"/>
                  </a:lnTo>
                  <a:lnTo>
                    <a:pt x="96" y="2404"/>
                  </a:lnTo>
                  <a:lnTo>
                    <a:pt x="102" y="2378"/>
                  </a:lnTo>
                  <a:lnTo>
                    <a:pt x="106" y="2349"/>
                  </a:lnTo>
                  <a:lnTo>
                    <a:pt x="117" y="2294"/>
                  </a:lnTo>
                  <a:lnTo>
                    <a:pt x="130" y="2243"/>
                  </a:lnTo>
                  <a:lnTo>
                    <a:pt x="144" y="2193"/>
                  </a:lnTo>
                  <a:lnTo>
                    <a:pt x="157" y="2142"/>
                  </a:lnTo>
                  <a:lnTo>
                    <a:pt x="163" y="2118"/>
                  </a:lnTo>
                  <a:lnTo>
                    <a:pt x="170" y="2093"/>
                  </a:lnTo>
                  <a:lnTo>
                    <a:pt x="178" y="2066"/>
                  </a:lnTo>
                  <a:lnTo>
                    <a:pt x="185" y="2038"/>
                  </a:lnTo>
                  <a:lnTo>
                    <a:pt x="199" y="1985"/>
                  </a:lnTo>
                  <a:lnTo>
                    <a:pt x="205" y="1961"/>
                  </a:lnTo>
                  <a:lnTo>
                    <a:pt x="211" y="1940"/>
                  </a:lnTo>
                  <a:lnTo>
                    <a:pt x="215" y="1924"/>
                  </a:lnTo>
                  <a:lnTo>
                    <a:pt x="218" y="1912"/>
                  </a:lnTo>
                  <a:lnTo>
                    <a:pt x="220" y="1898"/>
                  </a:lnTo>
                  <a:lnTo>
                    <a:pt x="220" y="1883"/>
                  </a:lnTo>
                  <a:lnTo>
                    <a:pt x="218" y="1867"/>
                  </a:lnTo>
                  <a:lnTo>
                    <a:pt x="217" y="1850"/>
                  </a:lnTo>
                  <a:lnTo>
                    <a:pt x="219" y="1830"/>
                  </a:lnTo>
                  <a:lnTo>
                    <a:pt x="223" y="1809"/>
                  </a:lnTo>
                  <a:lnTo>
                    <a:pt x="229" y="1786"/>
                  </a:lnTo>
                  <a:lnTo>
                    <a:pt x="232" y="1759"/>
                  </a:lnTo>
                  <a:lnTo>
                    <a:pt x="232" y="1731"/>
                  </a:lnTo>
                  <a:lnTo>
                    <a:pt x="230" y="1703"/>
                  </a:lnTo>
                  <a:lnTo>
                    <a:pt x="228" y="1678"/>
                  </a:lnTo>
                  <a:lnTo>
                    <a:pt x="225" y="1654"/>
                  </a:lnTo>
                  <a:lnTo>
                    <a:pt x="223" y="1639"/>
                  </a:lnTo>
                  <a:lnTo>
                    <a:pt x="225" y="1619"/>
                  </a:lnTo>
                  <a:lnTo>
                    <a:pt x="226" y="1596"/>
                  </a:lnTo>
                  <a:lnTo>
                    <a:pt x="229" y="1572"/>
                  </a:lnTo>
                  <a:lnTo>
                    <a:pt x="234" y="1547"/>
                  </a:lnTo>
                  <a:lnTo>
                    <a:pt x="239" y="1522"/>
                  </a:lnTo>
                  <a:lnTo>
                    <a:pt x="242" y="1498"/>
                  </a:lnTo>
                  <a:lnTo>
                    <a:pt x="247" y="1479"/>
                  </a:lnTo>
                  <a:lnTo>
                    <a:pt x="249" y="1462"/>
                  </a:lnTo>
                  <a:lnTo>
                    <a:pt x="250" y="1451"/>
                  </a:lnTo>
                  <a:lnTo>
                    <a:pt x="250" y="1430"/>
                  </a:lnTo>
                  <a:lnTo>
                    <a:pt x="248" y="1405"/>
                  </a:lnTo>
                  <a:lnTo>
                    <a:pt x="247" y="1377"/>
                  </a:lnTo>
                  <a:lnTo>
                    <a:pt x="248" y="1347"/>
                  </a:lnTo>
                  <a:lnTo>
                    <a:pt x="252" y="1318"/>
                  </a:lnTo>
                  <a:lnTo>
                    <a:pt x="257" y="1295"/>
                  </a:lnTo>
                  <a:lnTo>
                    <a:pt x="259" y="1269"/>
                  </a:lnTo>
                  <a:lnTo>
                    <a:pt x="261" y="1240"/>
                  </a:lnTo>
                  <a:lnTo>
                    <a:pt x="235" y="1231"/>
                  </a:lnTo>
                  <a:lnTo>
                    <a:pt x="211" y="1223"/>
                  </a:lnTo>
                  <a:lnTo>
                    <a:pt x="190" y="1215"/>
                  </a:lnTo>
                  <a:lnTo>
                    <a:pt x="170" y="1208"/>
                  </a:lnTo>
                  <a:lnTo>
                    <a:pt x="156" y="1203"/>
                  </a:lnTo>
                  <a:lnTo>
                    <a:pt x="146" y="1198"/>
                  </a:lnTo>
                  <a:lnTo>
                    <a:pt x="141" y="1197"/>
                  </a:lnTo>
                  <a:lnTo>
                    <a:pt x="140" y="1194"/>
                  </a:lnTo>
                  <a:lnTo>
                    <a:pt x="141" y="1186"/>
                  </a:lnTo>
                  <a:lnTo>
                    <a:pt x="145" y="1174"/>
                  </a:lnTo>
                  <a:lnTo>
                    <a:pt x="150" y="1160"/>
                  </a:lnTo>
                  <a:lnTo>
                    <a:pt x="168" y="1111"/>
                  </a:lnTo>
                  <a:lnTo>
                    <a:pt x="172" y="1096"/>
                  </a:lnTo>
                  <a:lnTo>
                    <a:pt x="176" y="1083"/>
                  </a:lnTo>
                  <a:lnTo>
                    <a:pt x="178" y="1072"/>
                  </a:lnTo>
                  <a:lnTo>
                    <a:pt x="183" y="1055"/>
                  </a:lnTo>
                  <a:lnTo>
                    <a:pt x="190" y="1036"/>
                  </a:lnTo>
                  <a:lnTo>
                    <a:pt x="197" y="1013"/>
                  </a:lnTo>
                  <a:lnTo>
                    <a:pt x="205" y="989"/>
                  </a:lnTo>
                  <a:lnTo>
                    <a:pt x="213" y="966"/>
                  </a:lnTo>
                  <a:lnTo>
                    <a:pt x="221" y="944"/>
                  </a:lnTo>
                  <a:lnTo>
                    <a:pt x="228" y="923"/>
                  </a:lnTo>
                  <a:lnTo>
                    <a:pt x="235" y="905"/>
                  </a:lnTo>
                  <a:lnTo>
                    <a:pt x="240" y="892"/>
                  </a:lnTo>
                  <a:lnTo>
                    <a:pt x="243" y="884"/>
                  </a:lnTo>
                  <a:lnTo>
                    <a:pt x="246" y="875"/>
                  </a:lnTo>
                  <a:lnTo>
                    <a:pt x="247" y="869"/>
                  </a:lnTo>
                  <a:lnTo>
                    <a:pt x="247" y="866"/>
                  </a:lnTo>
                  <a:lnTo>
                    <a:pt x="244" y="865"/>
                  </a:lnTo>
                  <a:lnTo>
                    <a:pt x="243" y="863"/>
                  </a:lnTo>
                  <a:lnTo>
                    <a:pt x="243" y="860"/>
                  </a:lnTo>
                  <a:lnTo>
                    <a:pt x="249" y="842"/>
                  </a:lnTo>
                  <a:lnTo>
                    <a:pt x="254" y="830"/>
                  </a:lnTo>
                  <a:lnTo>
                    <a:pt x="259" y="816"/>
                  </a:lnTo>
                  <a:lnTo>
                    <a:pt x="266" y="803"/>
                  </a:lnTo>
                  <a:lnTo>
                    <a:pt x="271" y="791"/>
                  </a:lnTo>
                  <a:lnTo>
                    <a:pt x="278" y="776"/>
                  </a:lnTo>
                  <a:lnTo>
                    <a:pt x="285" y="759"/>
                  </a:lnTo>
                  <a:lnTo>
                    <a:pt x="301" y="719"/>
                  </a:lnTo>
                  <a:lnTo>
                    <a:pt x="308" y="699"/>
                  </a:lnTo>
                  <a:lnTo>
                    <a:pt x="315" y="682"/>
                  </a:lnTo>
                  <a:lnTo>
                    <a:pt x="321" y="668"/>
                  </a:lnTo>
                  <a:lnTo>
                    <a:pt x="324" y="659"/>
                  </a:lnTo>
                  <a:lnTo>
                    <a:pt x="328" y="648"/>
                  </a:lnTo>
                  <a:lnTo>
                    <a:pt x="328" y="641"/>
                  </a:lnTo>
                  <a:lnTo>
                    <a:pt x="326" y="638"/>
                  </a:lnTo>
                  <a:lnTo>
                    <a:pt x="323" y="637"/>
                  </a:lnTo>
                  <a:lnTo>
                    <a:pt x="320" y="635"/>
                  </a:lnTo>
                  <a:lnTo>
                    <a:pt x="314" y="634"/>
                  </a:lnTo>
                  <a:lnTo>
                    <a:pt x="305" y="632"/>
                  </a:lnTo>
                  <a:lnTo>
                    <a:pt x="297" y="627"/>
                  </a:lnTo>
                  <a:lnTo>
                    <a:pt x="284" y="619"/>
                  </a:lnTo>
                  <a:lnTo>
                    <a:pt x="270" y="615"/>
                  </a:lnTo>
                  <a:lnTo>
                    <a:pt x="265" y="610"/>
                  </a:lnTo>
                  <a:lnTo>
                    <a:pt x="258" y="599"/>
                  </a:lnTo>
                  <a:lnTo>
                    <a:pt x="241" y="558"/>
                  </a:lnTo>
                  <a:lnTo>
                    <a:pt x="236" y="547"/>
                  </a:lnTo>
                  <a:lnTo>
                    <a:pt x="233" y="535"/>
                  </a:lnTo>
                  <a:lnTo>
                    <a:pt x="232" y="521"/>
                  </a:lnTo>
                  <a:lnTo>
                    <a:pt x="230" y="505"/>
                  </a:lnTo>
                  <a:lnTo>
                    <a:pt x="229" y="490"/>
                  </a:lnTo>
                  <a:lnTo>
                    <a:pt x="228" y="477"/>
                  </a:lnTo>
                  <a:lnTo>
                    <a:pt x="227" y="470"/>
                  </a:lnTo>
                  <a:lnTo>
                    <a:pt x="226" y="462"/>
                  </a:lnTo>
                  <a:lnTo>
                    <a:pt x="223" y="451"/>
                  </a:lnTo>
                  <a:lnTo>
                    <a:pt x="222" y="437"/>
                  </a:lnTo>
                  <a:lnTo>
                    <a:pt x="222" y="425"/>
                  </a:lnTo>
                  <a:lnTo>
                    <a:pt x="225" y="417"/>
                  </a:lnTo>
                  <a:lnTo>
                    <a:pt x="227" y="411"/>
                  </a:lnTo>
                  <a:lnTo>
                    <a:pt x="228" y="401"/>
                  </a:lnTo>
                  <a:lnTo>
                    <a:pt x="229" y="388"/>
                  </a:lnTo>
                  <a:lnTo>
                    <a:pt x="229" y="374"/>
                  </a:lnTo>
                  <a:lnTo>
                    <a:pt x="228" y="362"/>
                  </a:lnTo>
                  <a:lnTo>
                    <a:pt x="223" y="344"/>
                  </a:lnTo>
                  <a:lnTo>
                    <a:pt x="226" y="333"/>
                  </a:lnTo>
                  <a:lnTo>
                    <a:pt x="230" y="323"/>
                  </a:lnTo>
                  <a:lnTo>
                    <a:pt x="236" y="313"/>
                  </a:lnTo>
                  <a:lnTo>
                    <a:pt x="242" y="309"/>
                  </a:lnTo>
                  <a:lnTo>
                    <a:pt x="247" y="303"/>
                  </a:lnTo>
                  <a:lnTo>
                    <a:pt x="249" y="295"/>
                  </a:lnTo>
                  <a:lnTo>
                    <a:pt x="249" y="281"/>
                  </a:lnTo>
                  <a:lnTo>
                    <a:pt x="251" y="260"/>
                  </a:lnTo>
                  <a:lnTo>
                    <a:pt x="254" y="249"/>
                  </a:lnTo>
                  <a:lnTo>
                    <a:pt x="256" y="244"/>
                  </a:lnTo>
                  <a:lnTo>
                    <a:pt x="257" y="238"/>
                  </a:lnTo>
                  <a:lnTo>
                    <a:pt x="256" y="226"/>
                  </a:lnTo>
                  <a:lnTo>
                    <a:pt x="255" y="212"/>
                  </a:lnTo>
                  <a:lnTo>
                    <a:pt x="255" y="180"/>
                  </a:lnTo>
                  <a:lnTo>
                    <a:pt x="257" y="159"/>
                  </a:lnTo>
                  <a:lnTo>
                    <a:pt x="264" y="137"/>
                  </a:lnTo>
                  <a:lnTo>
                    <a:pt x="273" y="118"/>
                  </a:lnTo>
                  <a:lnTo>
                    <a:pt x="284" y="104"/>
                  </a:lnTo>
                  <a:lnTo>
                    <a:pt x="294" y="97"/>
                  </a:lnTo>
                  <a:lnTo>
                    <a:pt x="309" y="91"/>
                  </a:lnTo>
                  <a:lnTo>
                    <a:pt x="329" y="86"/>
                  </a:lnTo>
                  <a:lnTo>
                    <a:pt x="349" y="84"/>
                  </a:lnTo>
                  <a:lnTo>
                    <a:pt x="367" y="82"/>
                  </a:lnTo>
                  <a:lnTo>
                    <a:pt x="400" y="80"/>
                  </a:lnTo>
                  <a:lnTo>
                    <a:pt x="419" y="77"/>
                  </a:lnTo>
                  <a:lnTo>
                    <a:pt x="440" y="75"/>
                  </a:lnTo>
                  <a:lnTo>
                    <a:pt x="460" y="73"/>
                  </a:lnTo>
                  <a:lnTo>
                    <a:pt x="479" y="71"/>
                  </a:lnTo>
                  <a:lnTo>
                    <a:pt x="492" y="70"/>
                  </a:lnTo>
                  <a:lnTo>
                    <a:pt x="504" y="68"/>
                  </a:lnTo>
                  <a:lnTo>
                    <a:pt x="513" y="61"/>
                  </a:lnTo>
                  <a:lnTo>
                    <a:pt x="523" y="53"/>
                  </a:lnTo>
                  <a:lnTo>
                    <a:pt x="528" y="45"/>
                  </a:lnTo>
                  <a:lnTo>
                    <a:pt x="533" y="38"/>
                  </a:lnTo>
                  <a:lnTo>
                    <a:pt x="534" y="35"/>
                  </a:lnTo>
                  <a:lnTo>
                    <a:pt x="538" y="30"/>
                  </a:lnTo>
                  <a:lnTo>
                    <a:pt x="542" y="20"/>
                  </a:lnTo>
                  <a:lnTo>
                    <a:pt x="546" y="12"/>
                  </a:lnTo>
                  <a:lnTo>
                    <a:pt x="552" y="0"/>
                  </a:lnTo>
                  <a:close/>
                </a:path>
              </a:pathLst>
            </a:custGeom>
            <a:grpFill/>
            <a:ln w="0">
              <a:noFill/>
              <a:prstDash val="solid"/>
              <a:round/>
            </a:ln>
          </p:spPr>
          <p:txBody>
            <a:bodyPr vert="horz" wrap="square" lIns="91416" tIns="45708" rIns="91416" bIns="45708" numCol="1" anchor="t" anchorCtr="0" compatLnSpc="1"/>
            <a:lstStyle/>
            <a:p>
              <a:endParaRPr lang="en-US" sz="2400"/>
            </a:p>
          </p:txBody>
        </p:sp>
      </p:grpSp>
      <p:graphicFrame>
        <p:nvGraphicFramePr>
          <p:cNvPr id="9" name="Diagram 8"/>
          <p:cNvGraphicFramePr/>
          <p:nvPr/>
        </p:nvGraphicFramePr>
        <p:xfrm>
          <a:off x="965119" y="678744"/>
          <a:ext cx="6007777" cy="541725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2" name="Picture 1" descr="4cc93065f4684985a5e8b89f382c6ac2"/>
          <p:cNvPicPr>
            <a:picLocks noChangeAspect="1"/>
          </p:cNvPicPr>
          <p:nvPr/>
        </p:nvPicPr>
        <p:blipFill>
          <a:blip r:embed="rId6"/>
          <a:stretch>
            <a:fillRect/>
          </a:stretch>
        </p:blipFill>
        <p:spPr>
          <a:xfrm>
            <a:off x="8077200" y="1447800"/>
            <a:ext cx="2709545" cy="3330575"/>
          </a:xfrm>
          <a:prstGeom prst="rect">
            <a:avLst/>
          </a:prstGeom>
        </p:spPr>
      </p:pic>
      <p:pic>
        <p:nvPicPr>
          <p:cNvPr id="3" name="Picture 2" descr="C:\Users\user\Documents\Programming\CanSat\futa logo.jf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551" y="7620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76200" y="6324600"/>
            <a:ext cx="6097270" cy="398780"/>
          </a:xfrm>
          <a:prstGeom prst="rect">
            <a:avLst/>
          </a:prstGeom>
          <a:noFill/>
        </p:spPr>
        <p:txBody>
          <a:bodyPr wrap="square" rtlCol="0">
            <a:spAutoFit/>
          </a:bodyPr>
          <a:p>
            <a:r>
              <a:rPr lang="en-US" sz="2000" b="1">
                <a:solidFill>
                  <a:schemeClr val="bg1"/>
                </a:solidFill>
              </a:rPr>
              <a:t>Federal University of Technology, Akure</a:t>
            </a:r>
            <a:endParaRPr lang="en-US" sz="2000" b="1">
              <a:solidFill>
                <a:schemeClr val="bg1"/>
              </a:solidFill>
            </a:endParaRPr>
          </a:p>
        </p:txBody>
      </p:sp>
      <p:sp>
        <p:nvSpPr>
          <p:cNvPr id="5" name="Text Box 4"/>
          <p:cNvSpPr txBox="1"/>
          <p:nvPr/>
        </p:nvSpPr>
        <p:spPr>
          <a:xfrm>
            <a:off x="1600200" y="152400"/>
            <a:ext cx="4064000" cy="645160"/>
          </a:xfrm>
          <a:prstGeom prst="rect">
            <a:avLst/>
          </a:prstGeom>
          <a:noFill/>
        </p:spPr>
        <p:txBody>
          <a:bodyPr wrap="square" rtlCol="0">
            <a:spAutoFit/>
          </a:bodyPr>
          <a:p>
            <a:r>
              <a:rPr lang="en-US" sz="3600" b="1" u="sng">
                <a:solidFill>
                  <a:schemeClr val="bg1"/>
                </a:solidFill>
              </a:rPr>
              <a:t>Profile</a:t>
            </a:r>
            <a:endParaRPr lang="en-US" sz="3600" b="1" u="sng">
              <a:solidFill>
                <a:schemeClr val="bg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Oval 307"/>
          <p:cNvSpPr/>
          <p:nvPr/>
        </p:nvSpPr>
        <p:spPr>
          <a:xfrm>
            <a:off x="2133601" y="5334003"/>
            <a:ext cx="3415567" cy="114621"/>
          </a:xfrm>
          <a:prstGeom prst="ellipse">
            <a:avLst/>
          </a:prstGeom>
          <a:gradFill flip="none" rotWithShape="1">
            <a:gsLst>
              <a:gs pos="0">
                <a:schemeClr val="tx1"/>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algn="ctr" defTabSz="914400">
              <a:defRPr/>
            </a:pPr>
            <a:endParaRPr lang="en-US" sz="1800" kern="0">
              <a:solidFill>
                <a:sysClr val="window" lastClr="FFFFFF"/>
              </a:solidFill>
            </a:endParaRPr>
          </a:p>
        </p:txBody>
      </p:sp>
      <p:sp>
        <p:nvSpPr>
          <p:cNvPr id="309" name="Content Placeholder 4"/>
          <p:cNvSpPr txBox="1"/>
          <p:nvPr/>
        </p:nvSpPr>
        <p:spPr>
          <a:xfrm>
            <a:off x="7071860"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5" name="Group 22"/>
          <p:cNvGrpSpPr/>
          <p:nvPr/>
        </p:nvGrpSpPr>
        <p:grpSpPr>
          <a:xfrm>
            <a:off x="3401060" y="3170203"/>
            <a:ext cx="880645" cy="2218049"/>
            <a:chOff x="4413250" y="1588"/>
            <a:chExt cx="2041525" cy="5141912"/>
          </a:xfrm>
          <a:solidFill>
            <a:schemeClr val="tx1">
              <a:alpha val="65000"/>
            </a:schemeClr>
          </a:solidFill>
          <a:effectLst/>
        </p:grpSpPr>
        <p:sp>
          <p:nvSpPr>
            <p:cNvPr id="6" name="Freeform 13"/>
            <p:cNvSpPr/>
            <p:nvPr/>
          </p:nvSpPr>
          <p:spPr bwMode="auto">
            <a:xfrm>
              <a:off x="5189538" y="1588"/>
              <a:ext cx="522288" cy="833438"/>
            </a:xfrm>
            <a:custGeom>
              <a:avLst/>
              <a:gdLst/>
              <a:ahLst/>
              <a:cxnLst>
                <a:cxn ang="0">
                  <a:pos x="159" y="0"/>
                </a:cxn>
                <a:cxn ang="0">
                  <a:pos x="198" y="5"/>
                </a:cxn>
                <a:cxn ang="0">
                  <a:pos x="236" y="15"/>
                </a:cxn>
                <a:cxn ang="0">
                  <a:pos x="260" y="32"/>
                </a:cxn>
                <a:cxn ang="0">
                  <a:pos x="272" y="49"/>
                </a:cxn>
                <a:cxn ang="0">
                  <a:pos x="279" y="62"/>
                </a:cxn>
                <a:cxn ang="0">
                  <a:pos x="289" y="87"/>
                </a:cxn>
                <a:cxn ang="0">
                  <a:pos x="301" y="130"/>
                </a:cxn>
                <a:cxn ang="0">
                  <a:pos x="305" y="155"/>
                </a:cxn>
                <a:cxn ang="0">
                  <a:pos x="306" y="183"/>
                </a:cxn>
                <a:cxn ang="0">
                  <a:pos x="307" y="201"/>
                </a:cxn>
                <a:cxn ang="0">
                  <a:pos x="312" y="198"/>
                </a:cxn>
                <a:cxn ang="0">
                  <a:pos x="319" y="194"/>
                </a:cxn>
                <a:cxn ang="0">
                  <a:pos x="325" y="198"/>
                </a:cxn>
                <a:cxn ang="0">
                  <a:pos x="329" y="218"/>
                </a:cxn>
                <a:cxn ang="0">
                  <a:pos x="328" y="240"/>
                </a:cxn>
                <a:cxn ang="0">
                  <a:pos x="322" y="269"/>
                </a:cxn>
                <a:cxn ang="0">
                  <a:pos x="316" y="290"/>
                </a:cxn>
                <a:cxn ang="0">
                  <a:pos x="313" y="296"/>
                </a:cxn>
                <a:cxn ang="0">
                  <a:pos x="309" y="296"/>
                </a:cxn>
                <a:cxn ang="0">
                  <a:pos x="304" y="292"/>
                </a:cxn>
                <a:cxn ang="0">
                  <a:pos x="299" y="291"/>
                </a:cxn>
                <a:cxn ang="0">
                  <a:pos x="298" y="298"/>
                </a:cxn>
                <a:cxn ang="0">
                  <a:pos x="293" y="315"/>
                </a:cxn>
                <a:cxn ang="0">
                  <a:pos x="279" y="351"/>
                </a:cxn>
                <a:cxn ang="0">
                  <a:pos x="274" y="368"/>
                </a:cxn>
                <a:cxn ang="0">
                  <a:pos x="272" y="398"/>
                </a:cxn>
                <a:cxn ang="0">
                  <a:pos x="274" y="428"/>
                </a:cxn>
                <a:cxn ang="0">
                  <a:pos x="181" y="525"/>
                </a:cxn>
                <a:cxn ang="0">
                  <a:pos x="126" y="483"/>
                </a:cxn>
                <a:cxn ang="0">
                  <a:pos x="112" y="470"/>
                </a:cxn>
                <a:cxn ang="0">
                  <a:pos x="93" y="450"/>
                </a:cxn>
                <a:cxn ang="0">
                  <a:pos x="76" y="432"/>
                </a:cxn>
                <a:cxn ang="0">
                  <a:pos x="71" y="418"/>
                </a:cxn>
                <a:cxn ang="0">
                  <a:pos x="64" y="389"/>
                </a:cxn>
                <a:cxn ang="0">
                  <a:pos x="56" y="350"/>
                </a:cxn>
                <a:cxn ang="0">
                  <a:pos x="49" y="321"/>
                </a:cxn>
                <a:cxn ang="0">
                  <a:pos x="46" y="308"/>
                </a:cxn>
                <a:cxn ang="0">
                  <a:pos x="39" y="299"/>
                </a:cxn>
                <a:cxn ang="0">
                  <a:pos x="35" y="306"/>
                </a:cxn>
                <a:cxn ang="0">
                  <a:pos x="25" y="305"/>
                </a:cxn>
                <a:cxn ang="0">
                  <a:pos x="18" y="292"/>
                </a:cxn>
                <a:cxn ang="0">
                  <a:pos x="10" y="271"/>
                </a:cxn>
                <a:cxn ang="0">
                  <a:pos x="3" y="254"/>
                </a:cxn>
                <a:cxn ang="0">
                  <a:pos x="0" y="230"/>
                </a:cxn>
                <a:cxn ang="0">
                  <a:pos x="2" y="207"/>
                </a:cxn>
                <a:cxn ang="0">
                  <a:pos x="8" y="204"/>
                </a:cxn>
                <a:cxn ang="0">
                  <a:pos x="17" y="213"/>
                </a:cxn>
                <a:cxn ang="0">
                  <a:pos x="24" y="222"/>
                </a:cxn>
                <a:cxn ang="0">
                  <a:pos x="24" y="220"/>
                </a:cxn>
                <a:cxn ang="0">
                  <a:pos x="23" y="207"/>
                </a:cxn>
                <a:cxn ang="0">
                  <a:pos x="22" y="178"/>
                </a:cxn>
                <a:cxn ang="0">
                  <a:pos x="23" y="144"/>
                </a:cxn>
                <a:cxn ang="0">
                  <a:pos x="27" y="96"/>
                </a:cxn>
                <a:cxn ang="0">
                  <a:pos x="31" y="80"/>
                </a:cxn>
                <a:cxn ang="0">
                  <a:pos x="43" y="60"/>
                </a:cxn>
                <a:cxn ang="0">
                  <a:pos x="57" y="37"/>
                </a:cxn>
                <a:cxn ang="0">
                  <a:pos x="67" y="23"/>
                </a:cxn>
                <a:cxn ang="0">
                  <a:pos x="87" y="13"/>
                </a:cxn>
                <a:cxn ang="0">
                  <a:pos x="116" y="5"/>
                </a:cxn>
                <a:cxn ang="0">
                  <a:pos x="141" y="0"/>
                </a:cxn>
              </a:cxnLst>
              <a:rect l="0" t="0" r="r" b="b"/>
              <a:pathLst>
                <a:path w="329" h="525">
                  <a:moveTo>
                    <a:pt x="141" y="0"/>
                  </a:moveTo>
                  <a:lnTo>
                    <a:pt x="159" y="0"/>
                  </a:lnTo>
                  <a:lnTo>
                    <a:pt x="177" y="1"/>
                  </a:lnTo>
                  <a:lnTo>
                    <a:pt x="198" y="5"/>
                  </a:lnTo>
                  <a:lnTo>
                    <a:pt x="220" y="9"/>
                  </a:lnTo>
                  <a:lnTo>
                    <a:pt x="236" y="15"/>
                  </a:lnTo>
                  <a:lnTo>
                    <a:pt x="249" y="22"/>
                  </a:lnTo>
                  <a:lnTo>
                    <a:pt x="260" y="32"/>
                  </a:lnTo>
                  <a:lnTo>
                    <a:pt x="267" y="41"/>
                  </a:lnTo>
                  <a:lnTo>
                    <a:pt x="272" y="49"/>
                  </a:lnTo>
                  <a:lnTo>
                    <a:pt x="276" y="55"/>
                  </a:lnTo>
                  <a:lnTo>
                    <a:pt x="279" y="62"/>
                  </a:lnTo>
                  <a:lnTo>
                    <a:pt x="284" y="73"/>
                  </a:lnTo>
                  <a:lnTo>
                    <a:pt x="289" y="87"/>
                  </a:lnTo>
                  <a:lnTo>
                    <a:pt x="298" y="118"/>
                  </a:lnTo>
                  <a:lnTo>
                    <a:pt x="301" y="130"/>
                  </a:lnTo>
                  <a:lnTo>
                    <a:pt x="304" y="142"/>
                  </a:lnTo>
                  <a:lnTo>
                    <a:pt x="305" y="155"/>
                  </a:lnTo>
                  <a:lnTo>
                    <a:pt x="305" y="169"/>
                  </a:lnTo>
                  <a:lnTo>
                    <a:pt x="306" y="183"/>
                  </a:lnTo>
                  <a:lnTo>
                    <a:pt x="306" y="200"/>
                  </a:lnTo>
                  <a:lnTo>
                    <a:pt x="307" y="201"/>
                  </a:lnTo>
                  <a:lnTo>
                    <a:pt x="309" y="200"/>
                  </a:lnTo>
                  <a:lnTo>
                    <a:pt x="312" y="198"/>
                  </a:lnTo>
                  <a:lnTo>
                    <a:pt x="315" y="196"/>
                  </a:lnTo>
                  <a:lnTo>
                    <a:pt x="319" y="194"/>
                  </a:lnTo>
                  <a:lnTo>
                    <a:pt x="321" y="193"/>
                  </a:lnTo>
                  <a:lnTo>
                    <a:pt x="325" y="198"/>
                  </a:lnTo>
                  <a:lnTo>
                    <a:pt x="328" y="206"/>
                  </a:lnTo>
                  <a:lnTo>
                    <a:pt x="329" y="218"/>
                  </a:lnTo>
                  <a:lnTo>
                    <a:pt x="329" y="227"/>
                  </a:lnTo>
                  <a:lnTo>
                    <a:pt x="328" y="240"/>
                  </a:lnTo>
                  <a:lnTo>
                    <a:pt x="326" y="255"/>
                  </a:lnTo>
                  <a:lnTo>
                    <a:pt x="322" y="269"/>
                  </a:lnTo>
                  <a:lnTo>
                    <a:pt x="319" y="282"/>
                  </a:lnTo>
                  <a:lnTo>
                    <a:pt x="316" y="290"/>
                  </a:lnTo>
                  <a:lnTo>
                    <a:pt x="314" y="293"/>
                  </a:lnTo>
                  <a:lnTo>
                    <a:pt x="313" y="296"/>
                  </a:lnTo>
                  <a:lnTo>
                    <a:pt x="311" y="297"/>
                  </a:lnTo>
                  <a:lnTo>
                    <a:pt x="309" y="296"/>
                  </a:lnTo>
                  <a:lnTo>
                    <a:pt x="305" y="293"/>
                  </a:lnTo>
                  <a:lnTo>
                    <a:pt x="304" y="292"/>
                  </a:lnTo>
                  <a:lnTo>
                    <a:pt x="301" y="291"/>
                  </a:lnTo>
                  <a:lnTo>
                    <a:pt x="299" y="291"/>
                  </a:lnTo>
                  <a:lnTo>
                    <a:pt x="299" y="294"/>
                  </a:lnTo>
                  <a:lnTo>
                    <a:pt x="298" y="298"/>
                  </a:lnTo>
                  <a:lnTo>
                    <a:pt x="298" y="301"/>
                  </a:lnTo>
                  <a:lnTo>
                    <a:pt x="293" y="315"/>
                  </a:lnTo>
                  <a:lnTo>
                    <a:pt x="284" y="339"/>
                  </a:lnTo>
                  <a:lnTo>
                    <a:pt x="279" y="351"/>
                  </a:lnTo>
                  <a:lnTo>
                    <a:pt x="276" y="361"/>
                  </a:lnTo>
                  <a:lnTo>
                    <a:pt x="274" y="368"/>
                  </a:lnTo>
                  <a:lnTo>
                    <a:pt x="272" y="375"/>
                  </a:lnTo>
                  <a:lnTo>
                    <a:pt x="272" y="398"/>
                  </a:lnTo>
                  <a:lnTo>
                    <a:pt x="274" y="411"/>
                  </a:lnTo>
                  <a:lnTo>
                    <a:pt x="274" y="428"/>
                  </a:lnTo>
                  <a:lnTo>
                    <a:pt x="255" y="489"/>
                  </a:lnTo>
                  <a:lnTo>
                    <a:pt x="181" y="525"/>
                  </a:lnTo>
                  <a:lnTo>
                    <a:pt x="129" y="485"/>
                  </a:lnTo>
                  <a:lnTo>
                    <a:pt x="126" y="483"/>
                  </a:lnTo>
                  <a:lnTo>
                    <a:pt x="121" y="478"/>
                  </a:lnTo>
                  <a:lnTo>
                    <a:pt x="112" y="470"/>
                  </a:lnTo>
                  <a:lnTo>
                    <a:pt x="102" y="461"/>
                  </a:lnTo>
                  <a:lnTo>
                    <a:pt x="93" y="450"/>
                  </a:lnTo>
                  <a:lnTo>
                    <a:pt x="83" y="441"/>
                  </a:lnTo>
                  <a:lnTo>
                    <a:pt x="76" y="432"/>
                  </a:lnTo>
                  <a:lnTo>
                    <a:pt x="73" y="426"/>
                  </a:lnTo>
                  <a:lnTo>
                    <a:pt x="71" y="418"/>
                  </a:lnTo>
                  <a:lnTo>
                    <a:pt x="67" y="405"/>
                  </a:lnTo>
                  <a:lnTo>
                    <a:pt x="64" y="389"/>
                  </a:lnTo>
                  <a:lnTo>
                    <a:pt x="59" y="369"/>
                  </a:lnTo>
                  <a:lnTo>
                    <a:pt x="56" y="350"/>
                  </a:lnTo>
                  <a:lnTo>
                    <a:pt x="52" y="334"/>
                  </a:lnTo>
                  <a:lnTo>
                    <a:pt x="49" y="321"/>
                  </a:lnTo>
                  <a:lnTo>
                    <a:pt x="47" y="313"/>
                  </a:lnTo>
                  <a:lnTo>
                    <a:pt x="46" y="308"/>
                  </a:lnTo>
                  <a:lnTo>
                    <a:pt x="45" y="305"/>
                  </a:lnTo>
                  <a:lnTo>
                    <a:pt x="39" y="299"/>
                  </a:lnTo>
                  <a:lnTo>
                    <a:pt x="37" y="301"/>
                  </a:lnTo>
                  <a:lnTo>
                    <a:pt x="35" y="306"/>
                  </a:lnTo>
                  <a:lnTo>
                    <a:pt x="29" y="306"/>
                  </a:lnTo>
                  <a:lnTo>
                    <a:pt x="25" y="305"/>
                  </a:lnTo>
                  <a:lnTo>
                    <a:pt x="22" y="300"/>
                  </a:lnTo>
                  <a:lnTo>
                    <a:pt x="18" y="292"/>
                  </a:lnTo>
                  <a:lnTo>
                    <a:pt x="15" y="283"/>
                  </a:lnTo>
                  <a:lnTo>
                    <a:pt x="10" y="271"/>
                  </a:lnTo>
                  <a:lnTo>
                    <a:pt x="7" y="262"/>
                  </a:lnTo>
                  <a:lnTo>
                    <a:pt x="3" y="254"/>
                  </a:lnTo>
                  <a:lnTo>
                    <a:pt x="0" y="243"/>
                  </a:lnTo>
                  <a:lnTo>
                    <a:pt x="0" y="230"/>
                  </a:lnTo>
                  <a:lnTo>
                    <a:pt x="1" y="218"/>
                  </a:lnTo>
                  <a:lnTo>
                    <a:pt x="2" y="207"/>
                  </a:lnTo>
                  <a:lnTo>
                    <a:pt x="5" y="204"/>
                  </a:lnTo>
                  <a:lnTo>
                    <a:pt x="8" y="204"/>
                  </a:lnTo>
                  <a:lnTo>
                    <a:pt x="13" y="207"/>
                  </a:lnTo>
                  <a:lnTo>
                    <a:pt x="17" y="213"/>
                  </a:lnTo>
                  <a:lnTo>
                    <a:pt x="22" y="218"/>
                  </a:lnTo>
                  <a:lnTo>
                    <a:pt x="24" y="222"/>
                  </a:lnTo>
                  <a:lnTo>
                    <a:pt x="25" y="223"/>
                  </a:lnTo>
                  <a:lnTo>
                    <a:pt x="24" y="220"/>
                  </a:lnTo>
                  <a:lnTo>
                    <a:pt x="24" y="214"/>
                  </a:lnTo>
                  <a:lnTo>
                    <a:pt x="23" y="207"/>
                  </a:lnTo>
                  <a:lnTo>
                    <a:pt x="22" y="201"/>
                  </a:lnTo>
                  <a:lnTo>
                    <a:pt x="22" y="178"/>
                  </a:lnTo>
                  <a:lnTo>
                    <a:pt x="23" y="162"/>
                  </a:lnTo>
                  <a:lnTo>
                    <a:pt x="23" y="144"/>
                  </a:lnTo>
                  <a:lnTo>
                    <a:pt x="25" y="110"/>
                  </a:lnTo>
                  <a:lnTo>
                    <a:pt x="27" y="96"/>
                  </a:lnTo>
                  <a:lnTo>
                    <a:pt x="28" y="87"/>
                  </a:lnTo>
                  <a:lnTo>
                    <a:pt x="31" y="80"/>
                  </a:lnTo>
                  <a:lnTo>
                    <a:pt x="36" y="70"/>
                  </a:lnTo>
                  <a:lnTo>
                    <a:pt x="43" y="60"/>
                  </a:lnTo>
                  <a:lnTo>
                    <a:pt x="50" y="48"/>
                  </a:lnTo>
                  <a:lnTo>
                    <a:pt x="57" y="37"/>
                  </a:lnTo>
                  <a:lnTo>
                    <a:pt x="63" y="29"/>
                  </a:lnTo>
                  <a:lnTo>
                    <a:pt x="67" y="23"/>
                  </a:lnTo>
                  <a:lnTo>
                    <a:pt x="74" y="19"/>
                  </a:lnTo>
                  <a:lnTo>
                    <a:pt x="87" y="13"/>
                  </a:lnTo>
                  <a:lnTo>
                    <a:pt x="102" y="8"/>
                  </a:lnTo>
                  <a:lnTo>
                    <a:pt x="116" y="5"/>
                  </a:lnTo>
                  <a:lnTo>
                    <a:pt x="129" y="1"/>
                  </a:lnTo>
                  <a:lnTo>
                    <a:pt x="141" y="0"/>
                  </a:lnTo>
                  <a:close/>
                </a:path>
              </a:pathLst>
            </a:custGeom>
            <a:grpFill/>
            <a:ln w="0">
              <a:noFill/>
              <a:prstDash val="solid"/>
              <a:round/>
            </a:ln>
          </p:spPr>
          <p:txBody>
            <a:bodyPr vert="horz" wrap="square" lIns="91416" tIns="45708" rIns="91416" bIns="45708" numCol="1" anchor="t" anchorCtr="0" compatLnSpc="1"/>
            <a:lstStyle/>
            <a:p>
              <a:endParaRPr lang="en-US" sz="2400"/>
            </a:p>
          </p:txBody>
        </p:sp>
        <p:sp>
          <p:nvSpPr>
            <p:cNvPr id="7" name="Freeform 14"/>
            <p:cNvSpPr>
              <a:spLocks noEditPoints="1"/>
            </p:cNvSpPr>
            <p:nvPr/>
          </p:nvSpPr>
          <p:spPr bwMode="auto">
            <a:xfrm>
              <a:off x="4413250" y="638175"/>
              <a:ext cx="2041525" cy="4505325"/>
            </a:xfrm>
            <a:custGeom>
              <a:avLst/>
              <a:gdLst/>
              <a:ahLst/>
              <a:cxnLst>
                <a:cxn ang="0">
                  <a:pos x="622" y="852"/>
                </a:cxn>
                <a:cxn ang="0">
                  <a:pos x="758" y="867"/>
                </a:cxn>
                <a:cxn ang="0">
                  <a:pos x="702" y="726"/>
                </a:cxn>
                <a:cxn ang="0">
                  <a:pos x="579" y="68"/>
                </a:cxn>
                <a:cxn ang="0">
                  <a:pos x="674" y="274"/>
                </a:cxn>
                <a:cxn ang="0">
                  <a:pos x="706" y="375"/>
                </a:cxn>
                <a:cxn ang="0">
                  <a:pos x="753" y="100"/>
                </a:cxn>
                <a:cxn ang="0">
                  <a:pos x="789" y="54"/>
                </a:cxn>
                <a:cxn ang="0">
                  <a:pos x="892" y="102"/>
                </a:cxn>
                <a:cxn ang="0">
                  <a:pos x="1052" y="155"/>
                </a:cxn>
                <a:cxn ang="0">
                  <a:pos x="1066" y="241"/>
                </a:cxn>
                <a:cxn ang="0">
                  <a:pos x="1085" y="302"/>
                </a:cxn>
                <a:cxn ang="0">
                  <a:pos x="1125" y="396"/>
                </a:cxn>
                <a:cxn ang="0">
                  <a:pos x="1117" y="552"/>
                </a:cxn>
                <a:cxn ang="0">
                  <a:pos x="1005" y="615"/>
                </a:cxn>
                <a:cxn ang="0">
                  <a:pos x="1018" y="744"/>
                </a:cxn>
                <a:cxn ang="0">
                  <a:pos x="1070" y="911"/>
                </a:cxn>
                <a:cxn ang="0">
                  <a:pos x="1096" y="1052"/>
                </a:cxn>
                <a:cxn ang="0">
                  <a:pos x="1125" y="1267"/>
                </a:cxn>
                <a:cxn ang="0">
                  <a:pos x="1037" y="1409"/>
                </a:cxn>
                <a:cxn ang="0">
                  <a:pos x="1058" y="1682"/>
                </a:cxn>
                <a:cxn ang="0">
                  <a:pos x="1117" y="2030"/>
                </a:cxn>
                <a:cxn ang="0">
                  <a:pos x="1172" y="2349"/>
                </a:cxn>
                <a:cxn ang="0">
                  <a:pos x="1232" y="2504"/>
                </a:cxn>
                <a:cxn ang="0">
                  <a:pos x="1268" y="2725"/>
                </a:cxn>
                <a:cxn ang="0">
                  <a:pos x="1212" y="2823"/>
                </a:cxn>
                <a:cxn ang="0">
                  <a:pos x="1114" y="2791"/>
                </a:cxn>
                <a:cxn ang="0">
                  <a:pos x="1082" y="2737"/>
                </a:cxn>
                <a:cxn ang="0">
                  <a:pos x="1036" y="2670"/>
                </a:cxn>
                <a:cxn ang="0">
                  <a:pos x="978" y="2549"/>
                </a:cxn>
                <a:cxn ang="0">
                  <a:pos x="907" y="2409"/>
                </a:cxn>
                <a:cxn ang="0">
                  <a:pos x="868" y="2107"/>
                </a:cxn>
                <a:cxn ang="0">
                  <a:pos x="802" y="1791"/>
                </a:cxn>
                <a:cxn ang="0">
                  <a:pos x="698" y="1527"/>
                </a:cxn>
                <a:cxn ang="0">
                  <a:pos x="640" y="1384"/>
                </a:cxn>
                <a:cxn ang="0">
                  <a:pos x="572" y="1619"/>
                </a:cxn>
                <a:cxn ang="0">
                  <a:pos x="479" y="1911"/>
                </a:cxn>
                <a:cxn ang="0">
                  <a:pos x="418" y="2175"/>
                </a:cxn>
                <a:cxn ang="0">
                  <a:pos x="353" y="2438"/>
                </a:cxn>
                <a:cxn ang="0">
                  <a:pos x="287" y="2639"/>
                </a:cxn>
                <a:cxn ang="0">
                  <a:pos x="248" y="2739"/>
                </a:cxn>
                <a:cxn ang="0">
                  <a:pos x="193" y="2793"/>
                </a:cxn>
                <a:cxn ang="0">
                  <a:pos x="29" y="2837"/>
                </a:cxn>
                <a:cxn ang="0">
                  <a:pos x="11" y="2786"/>
                </a:cxn>
                <a:cxn ang="0">
                  <a:pos x="89" y="2646"/>
                </a:cxn>
                <a:cxn ang="0">
                  <a:pos x="106" y="2528"/>
                </a:cxn>
                <a:cxn ang="0">
                  <a:pos x="117" y="2294"/>
                </a:cxn>
                <a:cxn ang="0">
                  <a:pos x="211" y="1940"/>
                </a:cxn>
                <a:cxn ang="0">
                  <a:pos x="232" y="1759"/>
                </a:cxn>
                <a:cxn ang="0">
                  <a:pos x="239" y="1522"/>
                </a:cxn>
                <a:cxn ang="0">
                  <a:pos x="257" y="1295"/>
                </a:cxn>
                <a:cxn ang="0">
                  <a:pos x="140" y="1194"/>
                </a:cxn>
                <a:cxn ang="0">
                  <a:pos x="197" y="1013"/>
                </a:cxn>
                <a:cxn ang="0">
                  <a:pos x="247" y="866"/>
                </a:cxn>
                <a:cxn ang="0">
                  <a:pos x="285" y="759"/>
                </a:cxn>
                <a:cxn ang="0">
                  <a:pos x="320" y="635"/>
                </a:cxn>
                <a:cxn ang="0">
                  <a:pos x="233" y="535"/>
                </a:cxn>
                <a:cxn ang="0">
                  <a:pos x="225" y="417"/>
                </a:cxn>
                <a:cxn ang="0">
                  <a:pos x="242" y="309"/>
                </a:cxn>
                <a:cxn ang="0">
                  <a:pos x="255" y="180"/>
                </a:cxn>
                <a:cxn ang="0">
                  <a:pos x="400" y="80"/>
                </a:cxn>
                <a:cxn ang="0">
                  <a:pos x="533" y="38"/>
                </a:cxn>
              </a:cxnLst>
              <a:rect l="0" t="0" r="r" b="b"/>
              <a:pathLst>
                <a:path w="1286" h="2838">
                  <a:moveTo>
                    <a:pt x="693" y="726"/>
                  </a:moveTo>
                  <a:lnTo>
                    <a:pt x="677" y="728"/>
                  </a:lnTo>
                  <a:lnTo>
                    <a:pt x="672" y="732"/>
                  </a:lnTo>
                  <a:lnTo>
                    <a:pt x="666" y="742"/>
                  </a:lnTo>
                  <a:lnTo>
                    <a:pt x="659" y="756"/>
                  </a:lnTo>
                  <a:lnTo>
                    <a:pt x="651" y="774"/>
                  </a:lnTo>
                  <a:lnTo>
                    <a:pt x="644" y="792"/>
                  </a:lnTo>
                  <a:lnTo>
                    <a:pt x="636" y="813"/>
                  </a:lnTo>
                  <a:lnTo>
                    <a:pt x="629" y="833"/>
                  </a:lnTo>
                  <a:lnTo>
                    <a:pt x="622" y="852"/>
                  </a:lnTo>
                  <a:lnTo>
                    <a:pt x="618" y="868"/>
                  </a:lnTo>
                  <a:lnTo>
                    <a:pt x="614" y="881"/>
                  </a:lnTo>
                  <a:lnTo>
                    <a:pt x="608" y="899"/>
                  </a:lnTo>
                  <a:lnTo>
                    <a:pt x="600" y="923"/>
                  </a:lnTo>
                  <a:lnTo>
                    <a:pt x="591" y="948"/>
                  </a:lnTo>
                  <a:lnTo>
                    <a:pt x="780" y="948"/>
                  </a:lnTo>
                  <a:lnTo>
                    <a:pt x="773" y="923"/>
                  </a:lnTo>
                  <a:lnTo>
                    <a:pt x="766" y="901"/>
                  </a:lnTo>
                  <a:lnTo>
                    <a:pt x="761" y="881"/>
                  </a:lnTo>
                  <a:lnTo>
                    <a:pt x="758" y="867"/>
                  </a:lnTo>
                  <a:lnTo>
                    <a:pt x="754" y="854"/>
                  </a:lnTo>
                  <a:lnTo>
                    <a:pt x="750" y="838"/>
                  </a:lnTo>
                  <a:lnTo>
                    <a:pt x="745" y="820"/>
                  </a:lnTo>
                  <a:lnTo>
                    <a:pt x="738" y="802"/>
                  </a:lnTo>
                  <a:lnTo>
                    <a:pt x="732" y="783"/>
                  </a:lnTo>
                  <a:lnTo>
                    <a:pt x="727" y="766"/>
                  </a:lnTo>
                  <a:lnTo>
                    <a:pt x="721" y="752"/>
                  </a:lnTo>
                  <a:lnTo>
                    <a:pt x="714" y="734"/>
                  </a:lnTo>
                  <a:lnTo>
                    <a:pt x="709" y="730"/>
                  </a:lnTo>
                  <a:lnTo>
                    <a:pt x="702" y="726"/>
                  </a:lnTo>
                  <a:lnTo>
                    <a:pt x="693" y="726"/>
                  </a:lnTo>
                  <a:close/>
                  <a:moveTo>
                    <a:pt x="552" y="0"/>
                  </a:moveTo>
                  <a:lnTo>
                    <a:pt x="555" y="2"/>
                  </a:lnTo>
                  <a:lnTo>
                    <a:pt x="556" y="9"/>
                  </a:lnTo>
                  <a:lnTo>
                    <a:pt x="556" y="19"/>
                  </a:lnTo>
                  <a:lnTo>
                    <a:pt x="557" y="31"/>
                  </a:lnTo>
                  <a:lnTo>
                    <a:pt x="561" y="40"/>
                  </a:lnTo>
                  <a:lnTo>
                    <a:pt x="564" y="46"/>
                  </a:lnTo>
                  <a:lnTo>
                    <a:pt x="571" y="56"/>
                  </a:lnTo>
                  <a:lnTo>
                    <a:pt x="579" y="68"/>
                  </a:lnTo>
                  <a:lnTo>
                    <a:pt x="589" y="81"/>
                  </a:lnTo>
                  <a:lnTo>
                    <a:pt x="599" y="96"/>
                  </a:lnTo>
                  <a:lnTo>
                    <a:pt x="608" y="111"/>
                  </a:lnTo>
                  <a:lnTo>
                    <a:pt x="619" y="131"/>
                  </a:lnTo>
                  <a:lnTo>
                    <a:pt x="632" y="156"/>
                  </a:lnTo>
                  <a:lnTo>
                    <a:pt x="643" y="183"/>
                  </a:lnTo>
                  <a:lnTo>
                    <a:pt x="654" y="210"/>
                  </a:lnTo>
                  <a:lnTo>
                    <a:pt x="663" y="234"/>
                  </a:lnTo>
                  <a:lnTo>
                    <a:pt x="669" y="253"/>
                  </a:lnTo>
                  <a:lnTo>
                    <a:pt x="674" y="274"/>
                  </a:lnTo>
                  <a:lnTo>
                    <a:pt x="684" y="316"/>
                  </a:lnTo>
                  <a:lnTo>
                    <a:pt x="688" y="335"/>
                  </a:lnTo>
                  <a:lnTo>
                    <a:pt x="692" y="351"/>
                  </a:lnTo>
                  <a:lnTo>
                    <a:pt x="693" y="362"/>
                  </a:lnTo>
                  <a:lnTo>
                    <a:pt x="693" y="368"/>
                  </a:lnTo>
                  <a:lnTo>
                    <a:pt x="694" y="373"/>
                  </a:lnTo>
                  <a:lnTo>
                    <a:pt x="696" y="377"/>
                  </a:lnTo>
                  <a:lnTo>
                    <a:pt x="698" y="378"/>
                  </a:lnTo>
                  <a:lnTo>
                    <a:pt x="705" y="378"/>
                  </a:lnTo>
                  <a:lnTo>
                    <a:pt x="706" y="375"/>
                  </a:lnTo>
                  <a:lnTo>
                    <a:pt x="706" y="346"/>
                  </a:lnTo>
                  <a:lnTo>
                    <a:pt x="708" y="327"/>
                  </a:lnTo>
                  <a:lnTo>
                    <a:pt x="710" y="305"/>
                  </a:lnTo>
                  <a:lnTo>
                    <a:pt x="721" y="232"/>
                  </a:lnTo>
                  <a:lnTo>
                    <a:pt x="725" y="213"/>
                  </a:lnTo>
                  <a:lnTo>
                    <a:pt x="730" y="191"/>
                  </a:lnTo>
                  <a:lnTo>
                    <a:pt x="736" y="168"/>
                  </a:lnTo>
                  <a:lnTo>
                    <a:pt x="742" y="143"/>
                  </a:lnTo>
                  <a:lnTo>
                    <a:pt x="747" y="121"/>
                  </a:lnTo>
                  <a:lnTo>
                    <a:pt x="753" y="100"/>
                  </a:lnTo>
                  <a:lnTo>
                    <a:pt x="758" y="84"/>
                  </a:lnTo>
                  <a:lnTo>
                    <a:pt x="763" y="73"/>
                  </a:lnTo>
                  <a:lnTo>
                    <a:pt x="767" y="55"/>
                  </a:lnTo>
                  <a:lnTo>
                    <a:pt x="768" y="39"/>
                  </a:lnTo>
                  <a:lnTo>
                    <a:pt x="767" y="26"/>
                  </a:lnTo>
                  <a:lnTo>
                    <a:pt x="766" y="17"/>
                  </a:lnTo>
                  <a:lnTo>
                    <a:pt x="767" y="16"/>
                  </a:lnTo>
                  <a:lnTo>
                    <a:pt x="769" y="19"/>
                  </a:lnTo>
                  <a:lnTo>
                    <a:pt x="778" y="35"/>
                  </a:lnTo>
                  <a:lnTo>
                    <a:pt x="789" y="54"/>
                  </a:lnTo>
                  <a:lnTo>
                    <a:pt x="794" y="61"/>
                  </a:lnTo>
                  <a:lnTo>
                    <a:pt x="801" y="69"/>
                  </a:lnTo>
                  <a:lnTo>
                    <a:pt x="810" y="76"/>
                  </a:lnTo>
                  <a:lnTo>
                    <a:pt x="818" y="83"/>
                  </a:lnTo>
                  <a:lnTo>
                    <a:pt x="825" y="88"/>
                  </a:lnTo>
                  <a:lnTo>
                    <a:pt x="827" y="89"/>
                  </a:lnTo>
                  <a:lnTo>
                    <a:pt x="837" y="92"/>
                  </a:lnTo>
                  <a:lnTo>
                    <a:pt x="851" y="96"/>
                  </a:lnTo>
                  <a:lnTo>
                    <a:pt x="870" y="99"/>
                  </a:lnTo>
                  <a:lnTo>
                    <a:pt x="892" y="102"/>
                  </a:lnTo>
                  <a:lnTo>
                    <a:pt x="916" y="104"/>
                  </a:lnTo>
                  <a:lnTo>
                    <a:pt x="940" y="106"/>
                  </a:lnTo>
                  <a:lnTo>
                    <a:pt x="963" y="109"/>
                  </a:lnTo>
                  <a:lnTo>
                    <a:pt x="983" y="110"/>
                  </a:lnTo>
                  <a:lnTo>
                    <a:pt x="1000" y="112"/>
                  </a:lnTo>
                  <a:lnTo>
                    <a:pt x="1018" y="117"/>
                  </a:lnTo>
                  <a:lnTo>
                    <a:pt x="1030" y="124"/>
                  </a:lnTo>
                  <a:lnTo>
                    <a:pt x="1040" y="133"/>
                  </a:lnTo>
                  <a:lnTo>
                    <a:pt x="1047" y="143"/>
                  </a:lnTo>
                  <a:lnTo>
                    <a:pt x="1052" y="155"/>
                  </a:lnTo>
                  <a:lnTo>
                    <a:pt x="1055" y="166"/>
                  </a:lnTo>
                  <a:lnTo>
                    <a:pt x="1057" y="175"/>
                  </a:lnTo>
                  <a:lnTo>
                    <a:pt x="1058" y="187"/>
                  </a:lnTo>
                  <a:lnTo>
                    <a:pt x="1056" y="199"/>
                  </a:lnTo>
                  <a:lnTo>
                    <a:pt x="1053" y="211"/>
                  </a:lnTo>
                  <a:lnTo>
                    <a:pt x="1050" y="220"/>
                  </a:lnTo>
                  <a:lnTo>
                    <a:pt x="1048" y="226"/>
                  </a:lnTo>
                  <a:lnTo>
                    <a:pt x="1050" y="231"/>
                  </a:lnTo>
                  <a:lnTo>
                    <a:pt x="1062" y="238"/>
                  </a:lnTo>
                  <a:lnTo>
                    <a:pt x="1066" y="241"/>
                  </a:lnTo>
                  <a:lnTo>
                    <a:pt x="1066" y="246"/>
                  </a:lnTo>
                  <a:lnTo>
                    <a:pt x="1062" y="260"/>
                  </a:lnTo>
                  <a:lnTo>
                    <a:pt x="1060" y="266"/>
                  </a:lnTo>
                  <a:lnTo>
                    <a:pt x="1062" y="269"/>
                  </a:lnTo>
                  <a:lnTo>
                    <a:pt x="1066" y="274"/>
                  </a:lnTo>
                  <a:lnTo>
                    <a:pt x="1069" y="278"/>
                  </a:lnTo>
                  <a:lnTo>
                    <a:pt x="1069" y="281"/>
                  </a:lnTo>
                  <a:lnTo>
                    <a:pt x="1070" y="285"/>
                  </a:lnTo>
                  <a:lnTo>
                    <a:pt x="1073" y="290"/>
                  </a:lnTo>
                  <a:lnTo>
                    <a:pt x="1085" y="302"/>
                  </a:lnTo>
                  <a:lnTo>
                    <a:pt x="1089" y="310"/>
                  </a:lnTo>
                  <a:lnTo>
                    <a:pt x="1095" y="324"/>
                  </a:lnTo>
                  <a:lnTo>
                    <a:pt x="1101" y="339"/>
                  </a:lnTo>
                  <a:lnTo>
                    <a:pt x="1108" y="353"/>
                  </a:lnTo>
                  <a:lnTo>
                    <a:pt x="1114" y="363"/>
                  </a:lnTo>
                  <a:lnTo>
                    <a:pt x="1117" y="371"/>
                  </a:lnTo>
                  <a:lnTo>
                    <a:pt x="1118" y="380"/>
                  </a:lnTo>
                  <a:lnTo>
                    <a:pt x="1121" y="388"/>
                  </a:lnTo>
                  <a:lnTo>
                    <a:pt x="1123" y="392"/>
                  </a:lnTo>
                  <a:lnTo>
                    <a:pt x="1125" y="396"/>
                  </a:lnTo>
                  <a:lnTo>
                    <a:pt x="1128" y="402"/>
                  </a:lnTo>
                  <a:lnTo>
                    <a:pt x="1132" y="410"/>
                  </a:lnTo>
                  <a:lnTo>
                    <a:pt x="1136" y="421"/>
                  </a:lnTo>
                  <a:lnTo>
                    <a:pt x="1140" y="438"/>
                  </a:lnTo>
                  <a:lnTo>
                    <a:pt x="1146" y="459"/>
                  </a:lnTo>
                  <a:lnTo>
                    <a:pt x="1147" y="478"/>
                  </a:lnTo>
                  <a:lnTo>
                    <a:pt x="1144" y="497"/>
                  </a:lnTo>
                  <a:lnTo>
                    <a:pt x="1137" y="517"/>
                  </a:lnTo>
                  <a:lnTo>
                    <a:pt x="1128" y="535"/>
                  </a:lnTo>
                  <a:lnTo>
                    <a:pt x="1117" y="552"/>
                  </a:lnTo>
                  <a:lnTo>
                    <a:pt x="1106" y="567"/>
                  </a:lnTo>
                  <a:lnTo>
                    <a:pt x="1095" y="580"/>
                  </a:lnTo>
                  <a:lnTo>
                    <a:pt x="1086" y="590"/>
                  </a:lnTo>
                  <a:lnTo>
                    <a:pt x="1080" y="596"/>
                  </a:lnTo>
                  <a:lnTo>
                    <a:pt x="1072" y="601"/>
                  </a:lnTo>
                  <a:lnTo>
                    <a:pt x="1060" y="604"/>
                  </a:lnTo>
                  <a:lnTo>
                    <a:pt x="1047" y="606"/>
                  </a:lnTo>
                  <a:lnTo>
                    <a:pt x="1031" y="609"/>
                  </a:lnTo>
                  <a:lnTo>
                    <a:pt x="1018" y="612"/>
                  </a:lnTo>
                  <a:lnTo>
                    <a:pt x="1005" y="615"/>
                  </a:lnTo>
                  <a:lnTo>
                    <a:pt x="997" y="618"/>
                  </a:lnTo>
                  <a:lnTo>
                    <a:pt x="993" y="621"/>
                  </a:lnTo>
                  <a:lnTo>
                    <a:pt x="994" y="627"/>
                  </a:lnTo>
                  <a:lnTo>
                    <a:pt x="996" y="639"/>
                  </a:lnTo>
                  <a:lnTo>
                    <a:pt x="999" y="654"/>
                  </a:lnTo>
                  <a:lnTo>
                    <a:pt x="1002" y="672"/>
                  </a:lnTo>
                  <a:lnTo>
                    <a:pt x="1006" y="690"/>
                  </a:lnTo>
                  <a:lnTo>
                    <a:pt x="1011" y="709"/>
                  </a:lnTo>
                  <a:lnTo>
                    <a:pt x="1014" y="727"/>
                  </a:lnTo>
                  <a:lnTo>
                    <a:pt x="1018" y="744"/>
                  </a:lnTo>
                  <a:lnTo>
                    <a:pt x="1021" y="756"/>
                  </a:lnTo>
                  <a:lnTo>
                    <a:pt x="1022" y="766"/>
                  </a:lnTo>
                  <a:lnTo>
                    <a:pt x="1026" y="779"/>
                  </a:lnTo>
                  <a:lnTo>
                    <a:pt x="1030" y="795"/>
                  </a:lnTo>
                  <a:lnTo>
                    <a:pt x="1036" y="813"/>
                  </a:lnTo>
                  <a:lnTo>
                    <a:pt x="1043" y="832"/>
                  </a:lnTo>
                  <a:lnTo>
                    <a:pt x="1050" y="852"/>
                  </a:lnTo>
                  <a:lnTo>
                    <a:pt x="1069" y="898"/>
                  </a:lnTo>
                  <a:lnTo>
                    <a:pt x="1070" y="906"/>
                  </a:lnTo>
                  <a:lnTo>
                    <a:pt x="1070" y="911"/>
                  </a:lnTo>
                  <a:lnTo>
                    <a:pt x="1067" y="912"/>
                  </a:lnTo>
                  <a:lnTo>
                    <a:pt x="1066" y="912"/>
                  </a:lnTo>
                  <a:lnTo>
                    <a:pt x="1065" y="913"/>
                  </a:lnTo>
                  <a:lnTo>
                    <a:pt x="1065" y="920"/>
                  </a:lnTo>
                  <a:lnTo>
                    <a:pt x="1070" y="934"/>
                  </a:lnTo>
                  <a:lnTo>
                    <a:pt x="1073" y="951"/>
                  </a:lnTo>
                  <a:lnTo>
                    <a:pt x="1079" y="972"/>
                  </a:lnTo>
                  <a:lnTo>
                    <a:pt x="1084" y="996"/>
                  </a:lnTo>
                  <a:lnTo>
                    <a:pt x="1089" y="1023"/>
                  </a:lnTo>
                  <a:lnTo>
                    <a:pt x="1096" y="1052"/>
                  </a:lnTo>
                  <a:lnTo>
                    <a:pt x="1108" y="1112"/>
                  </a:lnTo>
                  <a:lnTo>
                    <a:pt x="1115" y="1143"/>
                  </a:lnTo>
                  <a:lnTo>
                    <a:pt x="1120" y="1170"/>
                  </a:lnTo>
                  <a:lnTo>
                    <a:pt x="1125" y="1196"/>
                  </a:lnTo>
                  <a:lnTo>
                    <a:pt x="1129" y="1218"/>
                  </a:lnTo>
                  <a:lnTo>
                    <a:pt x="1132" y="1236"/>
                  </a:lnTo>
                  <a:lnTo>
                    <a:pt x="1135" y="1248"/>
                  </a:lnTo>
                  <a:lnTo>
                    <a:pt x="1136" y="1255"/>
                  </a:lnTo>
                  <a:lnTo>
                    <a:pt x="1133" y="1260"/>
                  </a:lnTo>
                  <a:lnTo>
                    <a:pt x="1125" y="1267"/>
                  </a:lnTo>
                  <a:lnTo>
                    <a:pt x="1111" y="1273"/>
                  </a:lnTo>
                  <a:lnTo>
                    <a:pt x="1094" y="1281"/>
                  </a:lnTo>
                  <a:lnTo>
                    <a:pt x="1074" y="1288"/>
                  </a:lnTo>
                  <a:lnTo>
                    <a:pt x="1053" y="1295"/>
                  </a:lnTo>
                  <a:lnTo>
                    <a:pt x="1031" y="1302"/>
                  </a:lnTo>
                  <a:lnTo>
                    <a:pt x="1035" y="1316"/>
                  </a:lnTo>
                  <a:lnTo>
                    <a:pt x="1037" y="1326"/>
                  </a:lnTo>
                  <a:lnTo>
                    <a:pt x="1038" y="1350"/>
                  </a:lnTo>
                  <a:lnTo>
                    <a:pt x="1038" y="1377"/>
                  </a:lnTo>
                  <a:lnTo>
                    <a:pt x="1037" y="1409"/>
                  </a:lnTo>
                  <a:lnTo>
                    <a:pt x="1037" y="1441"/>
                  </a:lnTo>
                  <a:lnTo>
                    <a:pt x="1036" y="1474"/>
                  </a:lnTo>
                  <a:lnTo>
                    <a:pt x="1035" y="1504"/>
                  </a:lnTo>
                  <a:lnTo>
                    <a:pt x="1035" y="1533"/>
                  </a:lnTo>
                  <a:lnTo>
                    <a:pt x="1036" y="1559"/>
                  </a:lnTo>
                  <a:lnTo>
                    <a:pt x="1038" y="1579"/>
                  </a:lnTo>
                  <a:lnTo>
                    <a:pt x="1042" y="1596"/>
                  </a:lnTo>
                  <a:lnTo>
                    <a:pt x="1047" y="1621"/>
                  </a:lnTo>
                  <a:lnTo>
                    <a:pt x="1051" y="1648"/>
                  </a:lnTo>
                  <a:lnTo>
                    <a:pt x="1058" y="1682"/>
                  </a:lnTo>
                  <a:lnTo>
                    <a:pt x="1065" y="1718"/>
                  </a:lnTo>
                  <a:lnTo>
                    <a:pt x="1072" y="1755"/>
                  </a:lnTo>
                  <a:lnTo>
                    <a:pt x="1078" y="1794"/>
                  </a:lnTo>
                  <a:lnTo>
                    <a:pt x="1085" y="1832"/>
                  </a:lnTo>
                  <a:lnTo>
                    <a:pt x="1092" y="1868"/>
                  </a:lnTo>
                  <a:lnTo>
                    <a:pt x="1096" y="1902"/>
                  </a:lnTo>
                  <a:lnTo>
                    <a:pt x="1101" y="1932"/>
                  </a:lnTo>
                  <a:lnTo>
                    <a:pt x="1106" y="1961"/>
                  </a:lnTo>
                  <a:lnTo>
                    <a:pt x="1110" y="1995"/>
                  </a:lnTo>
                  <a:lnTo>
                    <a:pt x="1117" y="2030"/>
                  </a:lnTo>
                  <a:lnTo>
                    <a:pt x="1131" y="2102"/>
                  </a:lnTo>
                  <a:lnTo>
                    <a:pt x="1138" y="2137"/>
                  </a:lnTo>
                  <a:lnTo>
                    <a:pt x="1145" y="2171"/>
                  </a:lnTo>
                  <a:lnTo>
                    <a:pt x="1151" y="2201"/>
                  </a:lnTo>
                  <a:lnTo>
                    <a:pt x="1157" y="2228"/>
                  </a:lnTo>
                  <a:lnTo>
                    <a:pt x="1161" y="2250"/>
                  </a:lnTo>
                  <a:lnTo>
                    <a:pt x="1165" y="2265"/>
                  </a:lnTo>
                  <a:lnTo>
                    <a:pt x="1168" y="2283"/>
                  </a:lnTo>
                  <a:lnTo>
                    <a:pt x="1169" y="2304"/>
                  </a:lnTo>
                  <a:lnTo>
                    <a:pt x="1172" y="2349"/>
                  </a:lnTo>
                  <a:lnTo>
                    <a:pt x="1174" y="2370"/>
                  </a:lnTo>
                  <a:lnTo>
                    <a:pt x="1176" y="2388"/>
                  </a:lnTo>
                  <a:lnTo>
                    <a:pt x="1180" y="2404"/>
                  </a:lnTo>
                  <a:lnTo>
                    <a:pt x="1186" y="2416"/>
                  </a:lnTo>
                  <a:lnTo>
                    <a:pt x="1201" y="2433"/>
                  </a:lnTo>
                  <a:lnTo>
                    <a:pt x="1215" y="2450"/>
                  </a:lnTo>
                  <a:lnTo>
                    <a:pt x="1225" y="2466"/>
                  </a:lnTo>
                  <a:lnTo>
                    <a:pt x="1232" y="2481"/>
                  </a:lnTo>
                  <a:lnTo>
                    <a:pt x="1233" y="2490"/>
                  </a:lnTo>
                  <a:lnTo>
                    <a:pt x="1232" y="2504"/>
                  </a:lnTo>
                  <a:lnTo>
                    <a:pt x="1231" y="2523"/>
                  </a:lnTo>
                  <a:lnTo>
                    <a:pt x="1227" y="2543"/>
                  </a:lnTo>
                  <a:lnTo>
                    <a:pt x="1224" y="2565"/>
                  </a:lnTo>
                  <a:lnTo>
                    <a:pt x="1220" y="2585"/>
                  </a:lnTo>
                  <a:lnTo>
                    <a:pt x="1217" y="2603"/>
                  </a:lnTo>
                  <a:lnTo>
                    <a:pt x="1211" y="2627"/>
                  </a:lnTo>
                  <a:lnTo>
                    <a:pt x="1222" y="2649"/>
                  </a:lnTo>
                  <a:lnTo>
                    <a:pt x="1233" y="2670"/>
                  </a:lnTo>
                  <a:lnTo>
                    <a:pt x="1256" y="2709"/>
                  </a:lnTo>
                  <a:lnTo>
                    <a:pt x="1268" y="2725"/>
                  </a:lnTo>
                  <a:lnTo>
                    <a:pt x="1277" y="2741"/>
                  </a:lnTo>
                  <a:lnTo>
                    <a:pt x="1283" y="2752"/>
                  </a:lnTo>
                  <a:lnTo>
                    <a:pt x="1286" y="2768"/>
                  </a:lnTo>
                  <a:lnTo>
                    <a:pt x="1284" y="2785"/>
                  </a:lnTo>
                  <a:lnTo>
                    <a:pt x="1278" y="2800"/>
                  </a:lnTo>
                  <a:lnTo>
                    <a:pt x="1268" y="2810"/>
                  </a:lnTo>
                  <a:lnTo>
                    <a:pt x="1257" y="2817"/>
                  </a:lnTo>
                  <a:lnTo>
                    <a:pt x="1246" y="2821"/>
                  </a:lnTo>
                  <a:lnTo>
                    <a:pt x="1230" y="2822"/>
                  </a:lnTo>
                  <a:lnTo>
                    <a:pt x="1212" y="2823"/>
                  </a:lnTo>
                  <a:lnTo>
                    <a:pt x="1194" y="2822"/>
                  </a:lnTo>
                  <a:lnTo>
                    <a:pt x="1179" y="2821"/>
                  </a:lnTo>
                  <a:lnTo>
                    <a:pt x="1168" y="2818"/>
                  </a:lnTo>
                  <a:lnTo>
                    <a:pt x="1166" y="2818"/>
                  </a:lnTo>
                  <a:lnTo>
                    <a:pt x="1160" y="2817"/>
                  </a:lnTo>
                  <a:lnTo>
                    <a:pt x="1151" y="2815"/>
                  </a:lnTo>
                  <a:lnTo>
                    <a:pt x="1140" y="2811"/>
                  </a:lnTo>
                  <a:lnTo>
                    <a:pt x="1129" y="2804"/>
                  </a:lnTo>
                  <a:lnTo>
                    <a:pt x="1122" y="2798"/>
                  </a:lnTo>
                  <a:lnTo>
                    <a:pt x="1114" y="2791"/>
                  </a:lnTo>
                  <a:lnTo>
                    <a:pt x="1108" y="2784"/>
                  </a:lnTo>
                  <a:lnTo>
                    <a:pt x="1104" y="2772"/>
                  </a:lnTo>
                  <a:lnTo>
                    <a:pt x="1100" y="2746"/>
                  </a:lnTo>
                  <a:lnTo>
                    <a:pt x="1098" y="2738"/>
                  </a:lnTo>
                  <a:lnTo>
                    <a:pt x="1095" y="2734"/>
                  </a:lnTo>
                  <a:lnTo>
                    <a:pt x="1094" y="2734"/>
                  </a:lnTo>
                  <a:lnTo>
                    <a:pt x="1092" y="2735"/>
                  </a:lnTo>
                  <a:lnTo>
                    <a:pt x="1089" y="2735"/>
                  </a:lnTo>
                  <a:lnTo>
                    <a:pt x="1085" y="2737"/>
                  </a:lnTo>
                  <a:lnTo>
                    <a:pt x="1082" y="2737"/>
                  </a:lnTo>
                  <a:lnTo>
                    <a:pt x="1078" y="2736"/>
                  </a:lnTo>
                  <a:lnTo>
                    <a:pt x="1071" y="2732"/>
                  </a:lnTo>
                  <a:lnTo>
                    <a:pt x="1063" y="2728"/>
                  </a:lnTo>
                  <a:lnTo>
                    <a:pt x="1053" y="2722"/>
                  </a:lnTo>
                  <a:lnTo>
                    <a:pt x="1047" y="2717"/>
                  </a:lnTo>
                  <a:lnTo>
                    <a:pt x="1042" y="2713"/>
                  </a:lnTo>
                  <a:lnTo>
                    <a:pt x="1040" y="2708"/>
                  </a:lnTo>
                  <a:lnTo>
                    <a:pt x="1038" y="2697"/>
                  </a:lnTo>
                  <a:lnTo>
                    <a:pt x="1037" y="2685"/>
                  </a:lnTo>
                  <a:lnTo>
                    <a:pt x="1036" y="2670"/>
                  </a:lnTo>
                  <a:lnTo>
                    <a:pt x="1036" y="2652"/>
                  </a:lnTo>
                  <a:lnTo>
                    <a:pt x="1035" y="2636"/>
                  </a:lnTo>
                  <a:lnTo>
                    <a:pt x="1035" y="2621"/>
                  </a:lnTo>
                  <a:lnTo>
                    <a:pt x="1030" y="2617"/>
                  </a:lnTo>
                  <a:lnTo>
                    <a:pt x="1024" y="2615"/>
                  </a:lnTo>
                  <a:lnTo>
                    <a:pt x="1019" y="2611"/>
                  </a:lnTo>
                  <a:lnTo>
                    <a:pt x="1006" y="2600"/>
                  </a:lnTo>
                  <a:lnTo>
                    <a:pt x="994" y="2585"/>
                  </a:lnTo>
                  <a:lnTo>
                    <a:pt x="985" y="2567"/>
                  </a:lnTo>
                  <a:lnTo>
                    <a:pt x="978" y="2549"/>
                  </a:lnTo>
                  <a:lnTo>
                    <a:pt x="972" y="2530"/>
                  </a:lnTo>
                  <a:lnTo>
                    <a:pt x="968" y="2514"/>
                  </a:lnTo>
                  <a:lnTo>
                    <a:pt x="965" y="2501"/>
                  </a:lnTo>
                  <a:lnTo>
                    <a:pt x="960" y="2487"/>
                  </a:lnTo>
                  <a:lnTo>
                    <a:pt x="949" y="2474"/>
                  </a:lnTo>
                  <a:lnTo>
                    <a:pt x="936" y="2464"/>
                  </a:lnTo>
                  <a:lnTo>
                    <a:pt x="925" y="2451"/>
                  </a:lnTo>
                  <a:lnTo>
                    <a:pt x="914" y="2437"/>
                  </a:lnTo>
                  <a:lnTo>
                    <a:pt x="911" y="2427"/>
                  </a:lnTo>
                  <a:lnTo>
                    <a:pt x="907" y="2409"/>
                  </a:lnTo>
                  <a:lnTo>
                    <a:pt x="904" y="2387"/>
                  </a:lnTo>
                  <a:lnTo>
                    <a:pt x="899" y="2359"/>
                  </a:lnTo>
                  <a:lnTo>
                    <a:pt x="896" y="2328"/>
                  </a:lnTo>
                  <a:lnTo>
                    <a:pt x="891" y="2294"/>
                  </a:lnTo>
                  <a:lnTo>
                    <a:pt x="888" y="2259"/>
                  </a:lnTo>
                  <a:lnTo>
                    <a:pt x="883" y="2224"/>
                  </a:lnTo>
                  <a:lnTo>
                    <a:pt x="880" y="2190"/>
                  </a:lnTo>
                  <a:lnTo>
                    <a:pt x="876" y="2159"/>
                  </a:lnTo>
                  <a:lnTo>
                    <a:pt x="871" y="2131"/>
                  </a:lnTo>
                  <a:lnTo>
                    <a:pt x="868" y="2107"/>
                  </a:lnTo>
                  <a:lnTo>
                    <a:pt x="863" y="2079"/>
                  </a:lnTo>
                  <a:lnTo>
                    <a:pt x="856" y="2046"/>
                  </a:lnTo>
                  <a:lnTo>
                    <a:pt x="849" y="2011"/>
                  </a:lnTo>
                  <a:lnTo>
                    <a:pt x="843" y="1975"/>
                  </a:lnTo>
                  <a:lnTo>
                    <a:pt x="836" y="1938"/>
                  </a:lnTo>
                  <a:lnTo>
                    <a:pt x="827" y="1902"/>
                  </a:lnTo>
                  <a:lnTo>
                    <a:pt x="820" y="1867"/>
                  </a:lnTo>
                  <a:lnTo>
                    <a:pt x="814" y="1837"/>
                  </a:lnTo>
                  <a:lnTo>
                    <a:pt x="807" y="1811"/>
                  </a:lnTo>
                  <a:lnTo>
                    <a:pt x="802" y="1791"/>
                  </a:lnTo>
                  <a:lnTo>
                    <a:pt x="795" y="1768"/>
                  </a:lnTo>
                  <a:lnTo>
                    <a:pt x="788" y="1743"/>
                  </a:lnTo>
                  <a:lnTo>
                    <a:pt x="760" y="1662"/>
                  </a:lnTo>
                  <a:lnTo>
                    <a:pt x="751" y="1639"/>
                  </a:lnTo>
                  <a:lnTo>
                    <a:pt x="742" y="1619"/>
                  </a:lnTo>
                  <a:lnTo>
                    <a:pt x="732" y="1605"/>
                  </a:lnTo>
                  <a:lnTo>
                    <a:pt x="725" y="1593"/>
                  </a:lnTo>
                  <a:lnTo>
                    <a:pt x="717" y="1575"/>
                  </a:lnTo>
                  <a:lnTo>
                    <a:pt x="708" y="1553"/>
                  </a:lnTo>
                  <a:lnTo>
                    <a:pt x="698" y="1527"/>
                  </a:lnTo>
                  <a:lnTo>
                    <a:pt x="688" y="1501"/>
                  </a:lnTo>
                  <a:lnTo>
                    <a:pt x="678" y="1474"/>
                  </a:lnTo>
                  <a:lnTo>
                    <a:pt x="669" y="1448"/>
                  </a:lnTo>
                  <a:lnTo>
                    <a:pt x="661" y="1424"/>
                  </a:lnTo>
                  <a:lnTo>
                    <a:pt x="655" y="1404"/>
                  </a:lnTo>
                  <a:lnTo>
                    <a:pt x="650" y="1389"/>
                  </a:lnTo>
                  <a:lnTo>
                    <a:pt x="647" y="1379"/>
                  </a:lnTo>
                  <a:lnTo>
                    <a:pt x="644" y="1375"/>
                  </a:lnTo>
                  <a:lnTo>
                    <a:pt x="642" y="1377"/>
                  </a:lnTo>
                  <a:lnTo>
                    <a:pt x="640" y="1384"/>
                  </a:lnTo>
                  <a:lnTo>
                    <a:pt x="638" y="1396"/>
                  </a:lnTo>
                  <a:lnTo>
                    <a:pt x="636" y="1411"/>
                  </a:lnTo>
                  <a:lnTo>
                    <a:pt x="633" y="1427"/>
                  </a:lnTo>
                  <a:lnTo>
                    <a:pt x="629" y="1446"/>
                  </a:lnTo>
                  <a:lnTo>
                    <a:pt x="625" y="1465"/>
                  </a:lnTo>
                  <a:lnTo>
                    <a:pt x="616" y="1488"/>
                  </a:lnTo>
                  <a:lnTo>
                    <a:pt x="607" y="1517"/>
                  </a:lnTo>
                  <a:lnTo>
                    <a:pt x="597" y="1550"/>
                  </a:lnTo>
                  <a:lnTo>
                    <a:pt x="585" y="1584"/>
                  </a:lnTo>
                  <a:lnTo>
                    <a:pt x="572" y="1619"/>
                  </a:lnTo>
                  <a:lnTo>
                    <a:pt x="561" y="1654"/>
                  </a:lnTo>
                  <a:lnTo>
                    <a:pt x="548" y="1686"/>
                  </a:lnTo>
                  <a:lnTo>
                    <a:pt x="538" y="1712"/>
                  </a:lnTo>
                  <a:lnTo>
                    <a:pt x="526" y="1743"/>
                  </a:lnTo>
                  <a:lnTo>
                    <a:pt x="516" y="1774"/>
                  </a:lnTo>
                  <a:lnTo>
                    <a:pt x="507" y="1807"/>
                  </a:lnTo>
                  <a:lnTo>
                    <a:pt x="499" y="1838"/>
                  </a:lnTo>
                  <a:lnTo>
                    <a:pt x="492" y="1867"/>
                  </a:lnTo>
                  <a:lnTo>
                    <a:pt x="485" y="1892"/>
                  </a:lnTo>
                  <a:lnTo>
                    <a:pt x="479" y="1911"/>
                  </a:lnTo>
                  <a:lnTo>
                    <a:pt x="474" y="1923"/>
                  </a:lnTo>
                  <a:lnTo>
                    <a:pt x="469" y="1942"/>
                  </a:lnTo>
                  <a:lnTo>
                    <a:pt x="463" y="1964"/>
                  </a:lnTo>
                  <a:lnTo>
                    <a:pt x="458" y="1990"/>
                  </a:lnTo>
                  <a:lnTo>
                    <a:pt x="451" y="2019"/>
                  </a:lnTo>
                  <a:lnTo>
                    <a:pt x="444" y="2051"/>
                  </a:lnTo>
                  <a:lnTo>
                    <a:pt x="437" y="2083"/>
                  </a:lnTo>
                  <a:lnTo>
                    <a:pt x="431" y="2116"/>
                  </a:lnTo>
                  <a:lnTo>
                    <a:pt x="424" y="2146"/>
                  </a:lnTo>
                  <a:lnTo>
                    <a:pt x="418" y="2175"/>
                  </a:lnTo>
                  <a:lnTo>
                    <a:pt x="414" y="2201"/>
                  </a:lnTo>
                  <a:lnTo>
                    <a:pt x="410" y="2222"/>
                  </a:lnTo>
                  <a:lnTo>
                    <a:pt x="407" y="2238"/>
                  </a:lnTo>
                  <a:lnTo>
                    <a:pt x="402" y="2265"/>
                  </a:lnTo>
                  <a:lnTo>
                    <a:pt x="390" y="2328"/>
                  </a:lnTo>
                  <a:lnTo>
                    <a:pt x="383" y="2358"/>
                  </a:lnTo>
                  <a:lnTo>
                    <a:pt x="377" y="2386"/>
                  </a:lnTo>
                  <a:lnTo>
                    <a:pt x="368" y="2408"/>
                  </a:lnTo>
                  <a:lnTo>
                    <a:pt x="361" y="2423"/>
                  </a:lnTo>
                  <a:lnTo>
                    <a:pt x="353" y="2438"/>
                  </a:lnTo>
                  <a:lnTo>
                    <a:pt x="349" y="2452"/>
                  </a:lnTo>
                  <a:lnTo>
                    <a:pt x="346" y="2467"/>
                  </a:lnTo>
                  <a:lnTo>
                    <a:pt x="346" y="2531"/>
                  </a:lnTo>
                  <a:lnTo>
                    <a:pt x="345" y="2557"/>
                  </a:lnTo>
                  <a:lnTo>
                    <a:pt x="341" y="2579"/>
                  </a:lnTo>
                  <a:lnTo>
                    <a:pt x="332" y="2599"/>
                  </a:lnTo>
                  <a:lnTo>
                    <a:pt x="326" y="2608"/>
                  </a:lnTo>
                  <a:lnTo>
                    <a:pt x="315" y="2617"/>
                  </a:lnTo>
                  <a:lnTo>
                    <a:pt x="302" y="2629"/>
                  </a:lnTo>
                  <a:lnTo>
                    <a:pt x="287" y="2639"/>
                  </a:lnTo>
                  <a:lnTo>
                    <a:pt x="286" y="2654"/>
                  </a:lnTo>
                  <a:lnTo>
                    <a:pt x="285" y="2671"/>
                  </a:lnTo>
                  <a:lnTo>
                    <a:pt x="284" y="2688"/>
                  </a:lnTo>
                  <a:lnTo>
                    <a:pt x="283" y="2702"/>
                  </a:lnTo>
                  <a:lnTo>
                    <a:pt x="283" y="2714"/>
                  </a:lnTo>
                  <a:lnTo>
                    <a:pt x="281" y="2720"/>
                  </a:lnTo>
                  <a:lnTo>
                    <a:pt x="278" y="2724"/>
                  </a:lnTo>
                  <a:lnTo>
                    <a:pt x="269" y="2730"/>
                  </a:lnTo>
                  <a:lnTo>
                    <a:pt x="258" y="2736"/>
                  </a:lnTo>
                  <a:lnTo>
                    <a:pt x="248" y="2739"/>
                  </a:lnTo>
                  <a:lnTo>
                    <a:pt x="234" y="2742"/>
                  </a:lnTo>
                  <a:lnTo>
                    <a:pt x="222" y="2743"/>
                  </a:lnTo>
                  <a:lnTo>
                    <a:pt x="214" y="2745"/>
                  </a:lnTo>
                  <a:lnTo>
                    <a:pt x="211" y="2748"/>
                  </a:lnTo>
                  <a:lnTo>
                    <a:pt x="210" y="2753"/>
                  </a:lnTo>
                  <a:lnTo>
                    <a:pt x="208" y="2760"/>
                  </a:lnTo>
                  <a:lnTo>
                    <a:pt x="208" y="2768"/>
                  </a:lnTo>
                  <a:lnTo>
                    <a:pt x="206" y="2778"/>
                  </a:lnTo>
                  <a:lnTo>
                    <a:pt x="203" y="2785"/>
                  </a:lnTo>
                  <a:lnTo>
                    <a:pt x="193" y="2793"/>
                  </a:lnTo>
                  <a:lnTo>
                    <a:pt x="183" y="2802"/>
                  </a:lnTo>
                  <a:lnTo>
                    <a:pt x="169" y="2810"/>
                  </a:lnTo>
                  <a:lnTo>
                    <a:pt x="154" y="2820"/>
                  </a:lnTo>
                  <a:lnTo>
                    <a:pt x="140" y="2827"/>
                  </a:lnTo>
                  <a:lnTo>
                    <a:pt x="127" y="2832"/>
                  </a:lnTo>
                  <a:lnTo>
                    <a:pt x="109" y="2837"/>
                  </a:lnTo>
                  <a:lnTo>
                    <a:pt x="88" y="2838"/>
                  </a:lnTo>
                  <a:lnTo>
                    <a:pt x="67" y="2838"/>
                  </a:lnTo>
                  <a:lnTo>
                    <a:pt x="47" y="2837"/>
                  </a:lnTo>
                  <a:lnTo>
                    <a:pt x="29" y="2837"/>
                  </a:lnTo>
                  <a:lnTo>
                    <a:pt x="23" y="2836"/>
                  </a:lnTo>
                  <a:lnTo>
                    <a:pt x="15" y="2835"/>
                  </a:lnTo>
                  <a:lnTo>
                    <a:pt x="6" y="2832"/>
                  </a:lnTo>
                  <a:lnTo>
                    <a:pt x="1" y="2829"/>
                  </a:lnTo>
                  <a:lnTo>
                    <a:pt x="0" y="2823"/>
                  </a:lnTo>
                  <a:lnTo>
                    <a:pt x="0" y="2815"/>
                  </a:lnTo>
                  <a:lnTo>
                    <a:pt x="2" y="2808"/>
                  </a:lnTo>
                  <a:lnTo>
                    <a:pt x="6" y="2800"/>
                  </a:lnTo>
                  <a:lnTo>
                    <a:pt x="8" y="2794"/>
                  </a:lnTo>
                  <a:lnTo>
                    <a:pt x="11" y="2786"/>
                  </a:lnTo>
                  <a:lnTo>
                    <a:pt x="16" y="2772"/>
                  </a:lnTo>
                  <a:lnTo>
                    <a:pt x="21" y="2757"/>
                  </a:lnTo>
                  <a:lnTo>
                    <a:pt x="28" y="2742"/>
                  </a:lnTo>
                  <a:lnTo>
                    <a:pt x="36" y="2729"/>
                  </a:lnTo>
                  <a:lnTo>
                    <a:pt x="42" y="2722"/>
                  </a:lnTo>
                  <a:lnTo>
                    <a:pt x="48" y="2710"/>
                  </a:lnTo>
                  <a:lnTo>
                    <a:pt x="58" y="2695"/>
                  </a:lnTo>
                  <a:lnTo>
                    <a:pt x="68" y="2680"/>
                  </a:lnTo>
                  <a:lnTo>
                    <a:pt x="79" y="2663"/>
                  </a:lnTo>
                  <a:lnTo>
                    <a:pt x="89" y="2646"/>
                  </a:lnTo>
                  <a:lnTo>
                    <a:pt x="98" y="2631"/>
                  </a:lnTo>
                  <a:lnTo>
                    <a:pt x="105" y="2620"/>
                  </a:lnTo>
                  <a:lnTo>
                    <a:pt x="102" y="2611"/>
                  </a:lnTo>
                  <a:lnTo>
                    <a:pt x="102" y="2601"/>
                  </a:lnTo>
                  <a:lnTo>
                    <a:pt x="104" y="2589"/>
                  </a:lnTo>
                  <a:lnTo>
                    <a:pt x="113" y="2564"/>
                  </a:lnTo>
                  <a:lnTo>
                    <a:pt x="117" y="2551"/>
                  </a:lnTo>
                  <a:lnTo>
                    <a:pt x="118" y="2542"/>
                  </a:lnTo>
                  <a:lnTo>
                    <a:pt x="115" y="2535"/>
                  </a:lnTo>
                  <a:lnTo>
                    <a:pt x="106" y="2528"/>
                  </a:lnTo>
                  <a:lnTo>
                    <a:pt x="95" y="2518"/>
                  </a:lnTo>
                  <a:lnTo>
                    <a:pt x="89" y="2509"/>
                  </a:lnTo>
                  <a:lnTo>
                    <a:pt x="86" y="2495"/>
                  </a:lnTo>
                  <a:lnTo>
                    <a:pt x="86" y="2477"/>
                  </a:lnTo>
                  <a:lnTo>
                    <a:pt x="88" y="2456"/>
                  </a:lnTo>
                  <a:lnTo>
                    <a:pt x="91" y="2431"/>
                  </a:lnTo>
                  <a:lnTo>
                    <a:pt x="96" y="2404"/>
                  </a:lnTo>
                  <a:lnTo>
                    <a:pt x="102" y="2378"/>
                  </a:lnTo>
                  <a:lnTo>
                    <a:pt x="106" y="2349"/>
                  </a:lnTo>
                  <a:lnTo>
                    <a:pt x="117" y="2294"/>
                  </a:lnTo>
                  <a:lnTo>
                    <a:pt x="130" y="2243"/>
                  </a:lnTo>
                  <a:lnTo>
                    <a:pt x="144" y="2193"/>
                  </a:lnTo>
                  <a:lnTo>
                    <a:pt x="157" y="2142"/>
                  </a:lnTo>
                  <a:lnTo>
                    <a:pt x="163" y="2118"/>
                  </a:lnTo>
                  <a:lnTo>
                    <a:pt x="170" y="2093"/>
                  </a:lnTo>
                  <a:lnTo>
                    <a:pt x="178" y="2066"/>
                  </a:lnTo>
                  <a:lnTo>
                    <a:pt x="185" y="2038"/>
                  </a:lnTo>
                  <a:lnTo>
                    <a:pt x="199" y="1985"/>
                  </a:lnTo>
                  <a:lnTo>
                    <a:pt x="205" y="1961"/>
                  </a:lnTo>
                  <a:lnTo>
                    <a:pt x="211" y="1940"/>
                  </a:lnTo>
                  <a:lnTo>
                    <a:pt x="215" y="1924"/>
                  </a:lnTo>
                  <a:lnTo>
                    <a:pt x="218" y="1912"/>
                  </a:lnTo>
                  <a:lnTo>
                    <a:pt x="220" y="1898"/>
                  </a:lnTo>
                  <a:lnTo>
                    <a:pt x="220" y="1883"/>
                  </a:lnTo>
                  <a:lnTo>
                    <a:pt x="218" y="1867"/>
                  </a:lnTo>
                  <a:lnTo>
                    <a:pt x="217" y="1850"/>
                  </a:lnTo>
                  <a:lnTo>
                    <a:pt x="219" y="1830"/>
                  </a:lnTo>
                  <a:lnTo>
                    <a:pt x="223" y="1809"/>
                  </a:lnTo>
                  <a:lnTo>
                    <a:pt x="229" y="1786"/>
                  </a:lnTo>
                  <a:lnTo>
                    <a:pt x="232" y="1759"/>
                  </a:lnTo>
                  <a:lnTo>
                    <a:pt x="232" y="1731"/>
                  </a:lnTo>
                  <a:lnTo>
                    <a:pt x="230" y="1703"/>
                  </a:lnTo>
                  <a:lnTo>
                    <a:pt x="228" y="1678"/>
                  </a:lnTo>
                  <a:lnTo>
                    <a:pt x="225" y="1654"/>
                  </a:lnTo>
                  <a:lnTo>
                    <a:pt x="223" y="1639"/>
                  </a:lnTo>
                  <a:lnTo>
                    <a:pt x="225" y="1619"/>
                  </a:lnTo>
                  <a:lnTo>
                    <a:pt x="226" y="1596"/>
                  </a:lnTo>
                  <a:lnTo>
                    <a:pt x="229" y="1572"/>
                  </a:lnTo>
                  <a:lnTo>
                    <a:pt x="234" y="1547"/>
                  </a:lnTo>
                  <a:lnTo>
                    <a:pt x="239" y="1522"/>
                  </a:lnTo>
                  <a:lnTo>
                    <a:pt x="242" y="1498"/>
                  </a:lnTo>
                  <a:lnTo>
                    <a:pt x="247" y="1479"/>
                  </a:lnTo>
                  <a:lnTo>
                    <a:pt x="249" y="1462"/>
                  </a:lnTo>
                  <a:lnTo>
                    <a:pt x="250" y="1451"/>
                  </a:lnTo>
                  <a:lnTo>
                    <a:pt x="250" y="1430"/>
                  </a:lnTo>
                  <a:lnTo>
                    <a:pt x="248" y="1405"/>
                  </a:lnTo>
                  <a:lnTo>
                    <a:pt x="247" y="1377"/>
                  </a:lnTo>
                  <a:lnTo>
                    <a:pt x="248" y="1347"/>
                  </a:lnTo>
                  <a:lnTo>
                    <a:pt x="252" y="1318"/>
                  </a:lnTo>
                  <a:lnTo>
                    <a:pt x="257" y="1295"/>
                  </a:lnTo>
                  <a:lnTo>
                    <a:pt x="259" y="1269"/>
                  </a:lnTo>
                  <a:lnTo>
                    <a:pt x="261" y="1240"/>
                  </a:lnTo>
                  <a:lnTo>
                    <a:pt x="235" y="1231"/>
                  </a:lnTo>
                  <a:lnTo>
                    <a:pt x="211" y="1223"/>
                  </a:lnTo>
                  <a:lnTo>
                    <a:pt x="190" y="1215"/>
                  </a:lnTo>
                  <a:lnTo>
                    <a:pt x="170" y="1208"/>
                  </a:lnTo>
                  <a:lnTo>
                    <a:pt x="156" y="1203"/>
                  </a:lnTo>
                  <a:lnTo>
                    <a:pt x="146" y="1198"/>
                  </a:lnTo>
                  <a:lnTo>
                    <a:pt x="141" y="1197"/>
                  </a:lnTo>
                  <a:lnTo>
                    <a:pt x="140" y="1194"/>
                  </a:lnTo>
                  <a:lnTo>
                    <a:pt x="141" y="1186"/>
                  </a:lnTo>
                  <a:lnTo>
                    <a:pt x="145" y="1174"/>
                  </a:lnTo>
                  <a:lnTo>
                    <a:pt x="150" y="1160"/>
                  </a:lnTo>
                  <a:lnTo>
                    <a:pt x="168" y="1111"/>
                  </a:lnTo>
                  <a:lnTo>
                    <a:pt x="172" y="1096"/>
                  </a:lnTo>
                  <a:lnTo>
                    <a:pt x="176" y="1083"/>
                  </a:lnTo>
                  <a:lnTo>
                    <a:pt x="178" y="1072"/>
                  </a:lnTo>
                  <a:lnTo>
                    <a:pt x="183" y="1055"/>
                  </a:lnTo>
                  <a:lnTo>
                    <a:pt x="190" y="1036"/>
                  </a:lnTo>
                  <a:lnTo>
                    <a:pt x="197" y="1013"/>
                  </a:lnTo>
                  <a:lnTo>
                    <a:pt x="205" y="989"/>
                  </a:lnTo>
                  <a:lnTo>
                    <a:pt x="213" y="966"/>
                  </a:lnTo>
                  <a:lnTo>
                    <a:pt x="221" y="944"/>
                  </a:lnTo>
                  <a:lnTo>
                    <a:pt x="228" y="923"/>
                  </a:lnTo>
                  <a:lnTo>
                    <a:pt x="235" y="905"/>
                  </a:lnTo>
                  <a:lnTo>
                    <a:pt x="240" y="892"/>
                  </a:lnTo>
                  <a:lnTo>
                    <a:pt x="243" y="884"/>
                  </a:lnTo>
                  <a:lnTo>
                    <a:pt x="246" y="875"/>
                  </a:lnTo>
                  <a:lnTo>
                    <a:pt x="247" y="869"/>
                  </a:lnTo>
                  <a:lnTo>
                    <a:pt x="247" y="866"/>
                  </a:lnTo>
                  <a:lnTo>
                    <a:pt x="244" y="865"/>
                  </a:lnTo>
                  <a:lnTo>
                    <a:pt x="243" y="863"/>
                  </a:lnTo>
                  <a:lnTo>
                    <a:pt x="243" y="860"/>
                  </a:lnTo>
                  <a:lnTo>
                    <a:pt x="249" y="842"/>
                  </a:lnTo>
                  <a:lnTo>
                    <a:pt x="254" y="830"/>
                  </a:lnTo>
                  <a:lnTo>
                    <a:pt x="259" y="816"/>
                  </a:lnTo>
                  <a:lnTo>
                    <a:pt x="266" y="803"/>
                  </a:lnTo>
                  <a:lnTo>
                    <a:pt x="271" y="791"/>
                  </a:lnTo>
                  <a:lnTo>
                    <a:pt x="278" y="776"/>
                  </a:lnTo>
                  <a:lnTo>
                    <a:pt x="285" y="759"/>
                  </a:lnTo>
                  <a:lnTo>
                    <a:pt x="301" y="719"/>
                  </a:lnTo>
                  <a:lnTo>
                    <a:pt x="308" y="699"/>
                  </a:lnTo>
                  <a:lnTo>
                    <a:pt x="315" y="682"/>
                  </a:lnTo>
                  <a:lnTo>
                    <a:pt x="321" y="668"/>
                  </a:lnTo>
                  <a:lnTo>
                    <a:pt x="324" y="659"/>
                  </a:lnTo>
                  <a:lnTo>
                    <a:pt x="328" y="648"/>
                  </a:lnTo>
                  <a:lnTo>
                    <a:pt x="328" y="641"/>
                  </a:lnTo>
                  <a:lnTo>
                    <a:pt x="326" y="638"/>
                  </a:lnTo>
                  <a:lnTo>
                    <a:pt x="323" y="637"/>
                  </a:lnTo>
                  <a:lnTo>
                    <a:pt x="320" y="635"/>
                  </a:lnTo>
                  <a:lnTo>
                    <a:pt x="314" y="634"/>
                  </a:lnTo>
                  <a:lnTo>
                    <a:pt x="305" y="632"/>
                  </a:lnTo>
                  <a:lnTo>
                    <a:pt x="297" y="627"/>
                  </a:lnTo>
                  <a:lnTo>
                    <a:pt x="284" y="619"/>
                  </a:lnTo>
                  <a:lnTo>
                    <a:pt x="270" y="615"/>
                  </a:lnTo>
                  <a:lnTo>
                    <a:pt x="265" y="610"/>
                  </a:lnTo>
                  <a:lnTo>
                    <a:pt x="258" y="599"/>
                  </a:lnTo>
                  <a:lnTo>
                    <a:pt x="241" y="558"/>
                  </a:lnTo>
                  <a:lnTo>
                    <a:pt x="236" y="547"/>
                  </a:lnTo>
                  <a:lnTo>
                    <a:pt x="233" y="535"/>
                  </a:lnTo>
                  <a:lnTo>
                    <a:pt x="232" y="521"/>
                  </a:lnTo>
                  <a:lnTo>
                    <a:pt x="230" y="505"/>
                  </a:lnTo>
                  <a:lnTo>
                    <a:pt x="229" y="490"/>
                  </a:lnTo>
                  <a:lnTo>
                    <a:pt x="228" y="477"/>
                  </a:lnTo>
                  <a:lnTo>
                    <a:pt x="227" y="470"/>
                  </a:lnTo>
                  <a:lnTo>
                    <a:pt x="226" y="462"/>
                  </a:lnTo>
                  <a:lnTo>
                    <a:pt x="223" y="451"/>
                  </a:lnTo>
                  <a:lnTo>
                    <a:pt x="222" y="437"/>
                  </a:lnTo>
                  <a:lnTo>
                    <a:pt x="222" y="425"/>
                  </a:lnTo>
                  <a:lnTo>
                    <a:pt x="225" y="417"/>
                  </a:lnTo>
                  <a:lnTo>
                    <a:pt x="227" y="411"/>
                  </a:lnTo>
                  <a:lnTo>
                    <a:pt x="228" y="401"/>
                  </a:lnTo>
                  <a:lnTo>
                    <a:pt x="229" y="388"/>
                  </a:lnTo>
                  <a:lnTo>
                    <a:pt x="229" y="374"/>
                  </a:lnTo>
                  <a:lnTo>
                    <a:pt x="228" y="362"/>
                  </a:lnTo>
                  <a:lnTo>
                    <a:pt x="223" y="344"/>
                  </a:lnTo>
                  <a:lnTo>
                    <a:pt x="226" y="333"/>
                  </a:lnTo>
                  <a:lnTo>
                    <a:pt x="230" y="323"/>
                  </a:lnTo>
                  <a:lnTo>
                    <a:pt x="236" y="313"/>
                  </a:lnTo>
                  <a:lnTo>
                    <a:pt x="242" y="309"/>
                  </a:lnTo>
                  <a:lnTo>
                    <a:pt x="247" y="303"/>
                  </a:lnTo>
                  <a:lnTo>
                    <a:pt x="249" y="295"/>
                  </a:lnTo>
                  <a:lnTo>
                    <a:pt x="249" y="281"/>
                  </a:lnTo>
                  <a:lnTo>
                    <a:pt x="251" y="260"/>
                  </a:lnTo>
                  <a:lnTo>
                    <a:pt x="254" y="249"/>
                  </a:lnTo>
                  <a:lnTo>
                    <a:pt x="256" y="244"/>
                  </a:lnTo>
                  <a:lnTo>
                    <a:pt x="257" y="238"/>
                  </a:lnTo>
                  <a:lnTo>
                    <a:pt x="256" y="226"/>
                  </a:lnTo>
                  <a:lnTo>
                    <a:pt x="255" y="212"/>
                  </a:lnTo>
                  <a:lnTo>
                    <a:pt x="255" y="180"/>
                  </a:lnTo>
                  <a:lnTo>
                    <a:pt x="257" y="159"/>
                  </a:lnTo>
                  <a:lnTo>
                    <a:pt x="264" y="137"/>
                  </a:lnTo>
                  <a:lnTo>
                    <a:pt x="273" y="118"/>
                  </a:lnTo>
                  <a:lnTo>
                    <a:pt x="284" y="104"/>
                  </a:lnTo>
                  <a:lnTo>
                    <a:pt x="294" y="97"/>
                  </a:lnTo>
                  <a:lnTo>
                    <a:pt x="309" y="91"/>
                  </a:lnTo>
                  <a:lnTo>
                    <a:pt x="329" y="86"/>
                  </a:lnTo>
                  <a:lnTo>
                    <a:pt x="349" y="84"/>
                  </a:lnTo>
                  <a:lnTo>
                    <a:pt x="367" y="82"/>
                  </a:lnTo>
                  <a:lnTo>
                    <a:pt x="400" y="80"/>
                  </a:lnTo>
                  <a:lnTo>
                    <a:pt x="419" y="77"/>
                  </a:lnTo>
                  <a:lnTo>
                    <a:pt x="440" y="75"/>
                  </a:lnTo>
                  <a:lnTo>
                    <a:pt x="460" y="73"/>
                  </a:lnTo>
                  <a:lnTo>
                    <a:pt x="479" y="71"/>
                  </a:lnTo>
                  <a:lnTo>
                    <a:pt x="492" y="70"/>
                  </a:lnTo>
                  <a:lnTo>
                    <a:pt x="504" y="68"/>
                  </a:lnTo>
                  <a:lnTo>
                    <a:pt x="513" y="61"/>
                  </a:lnTo>
                  <a:lnTo>
                    <a:pt x="523" y="53"/>
                  </a:lnTo>
                  <a:lnTo>
                    <a:pt x="528" y="45"/>
                  </a:lnTo>
                  <a:lnTo>
                    <a:pt x="533" y="38"/>
                  </a:lnTo>
                  <a:lnTo>
                    <a:pt x="534" y="35"/>
                  </a:lnTo>
                  <a:lnTo>
                    <a:pt x="538" y="30"/>
                  </a:lnTo>
                  <a:lnTo>
                    <a:pt x="542" y="20"/>
                  </a:lnTo>
                  <a:lnTo>
                    <a:pt x="546" y="12"/>
                  </a:lnTo>
                  <a:lnTo>
                    <a:pt x="552" y="0"/>
                  </a:lnTo>
                  <a:close/>
                </a:path>
              </a:pathLst>
            </a:custGeom>
            <a:grpFill/>
            <a:ln w="0">
              <a:noFill/>
              <a:prstDash val="solid"/>
              <a:round/>
            </a:ln>
          </p:spPr>
          <p:txBody>
            <a:bodyPr vert="horz" wrap="square" lIns="91416" tIns="45708" rIns="91416" bIns="45708" numCol="1" anchor="t" anchorCtr="0" compatLnSpc="1"/>
            <a:lstStyle/>
            <a:p>
              <a:endParaRPr lang="en-US" sz="2400"/>
            </a:p>
          </p:txBody>
        </p:sp>
      </p:grpSp>
      <p:grpSp>
        <p:nvGrpSpPr>
          <p:cNvPr id="8" name="Group 7"/>
          <p:cNvGrpSpPr/>
          <p:nvPr/>
        </p:nvGrpSpPr>
        <p:grpSpPr>
          <a:xfrm>
            <a:off x="4337057" y="2566310"/>
            <a:ext cx="7829760" cy="2816469"/>
            <a:chOff x="3427412" y="4495800"/>
            <a:chExt cx="5715000" cy="1259474"/>
          </a:xfrm>
        </p:grpSpPr>
        <p:sp>
          <p:nvSpPr>
            <p:cNvPr id="9" name="TextBox 8"/>
            <p:cNvSpPr txBox="1"/>
            <p:nvPr/>
          </p:nvSpPr>
          <p:spPr>
            <a:xfrm>
              <a:off x="4656680" y="4860153"/>
              <a:ext cx="3256489" cy="453769"/>
            </a:xfrm>
            <a:prstGeom prst="rect">
              <a:avLst/>
            </a:prstGeom>
            <a:noFill/>
          </p:spPr>
          <p:txBody>
            <a:bodyPr wrap="none" rtlCol="0" anchor="ctr">
              <a:spAutoFit/>
            </a:bodyPr>
            <a:lstStyle/>
            <a:p>
              <a:pPr algn="ctr"/>
              <a:r>
                <a:rPr lang="en-US" sz="6000" b="1" dirty="0" smtClean="0">
                  <a:solidFill>
                    <a:prstClr val="white"/>
                  </a:solidFill>
                  <a:latin typeface="Segoe UI Light" panose="020B0502040204020203" pitchFamily="34" charset="0"/>
                </a:rPr>
                <a:t>The Problem </a:t>
              </a:r>
              <a:endParaRPr lang="en-US" sz="6000" b="1" dirty="0">
                <a:solidFill>
                  <a:prstClr val="white"/>
                </a:solidFill>
                <a:latin typeface="Segoe UI Light" panose="020B0502040204020203" pitchFamily="34" charset="0"/>
              </a:endParaRPr>
            </a:p>
          </p:txBody>
        </p:sp>
        <p:grpSp>
          <p:nvGrpSpPr>
            <p:cNvPr id="10" name="Group 9"/>
            <p:cNvGrpSpPr/>
            <p:nvPr/>
          </p:nvGrpSpPr>
          <p:grpSpPr>
            <a:xfrm>
              <a:off x="3427412" y="4495800"/>
              <a:ext cx="5715000" cy="1259474"/>
              <a:chOff x="3427412" y="4495800"/>
              <a:chExt cx="5715000" cy="1259474"/>
            </a:xfrm>
          </p:grpSpPr>
          <p:cxnSp>
            <p:nvCxnSpPr>
              <p:cNvPr id="11" name="Straight Connector 10"/>
              <p:cNvCxnSpPr/>
              <p:nvPr/>
            </p:nvCxnSpPr>
            <p:spPr>
              <a:xfrm>
                <a:off x="3427412" y="4495800"/>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427412" y="5753686"/>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10972801" cy="715961"/>
          </a:xfrm>
        </p:spPr>
        <p:txBody>
          <a:bodyPr>
            <a:noAutofit/>
          </a:bodyPr>
          <a:lstStyle/>
          <a:p>
            <a:r>
              <a:rPr lang="en-US" sz="4800" u="sng" dirty="0" smtClean="0">
                <a:solidFill>
                  <a:schemeClr val="bg1"/>
                </a:solidFill>
              </a:rPr>
              <a:t>The Problem</a:t>
            </a:r>
            <a:endParaRPr lang="en-US" sz="4800" u="sng" dirty="0">
              <a:solidFill>
                <a:schemeClr val="bg1"/>
              </a:solidFill>
            </a:endParaRPr>
          </a:p>
        </p:txBody>
      </p:sp>
      <p:sp>
        <p:nvSpPr>
          <p:cNvPr id="309" name="Content Placeholder 4"/>
          <p:cNvSpPr txBox="1"/>
          <p:nvPr/>
        </p:nvSpPr>
        <p:spPr>
          <a:xfrm>
            <a:off x="7071860"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sp>
        <p:nvSpPr>
          <p:cNvPr id="3" name="Rectangle 2"/>
          <p:cNvSpPr/>
          <p:nvPr/>
        </p:nvSpPr>
        <p:spPr>
          <a:xfrm>
            <a:off x="152400" y="908685"/>
            <a:ext cx="6248400" cy="5262245"/>
          </a:xfrm>
          <a:prstGeom prst="rect">
            <a:avLst/>
          </a:prstGeom>
        </p:spPr>
        <p:txBody>
          <a:bodyPr wrap="square">
            <a:spAutoFit/>
          </a:bodyPr>
          <a:lstStyle/>
          <a:p>
            <a:pPr marL="342900" indent="-342900">
              <a:buFont typeface="Wingdings" panose="05000000000000000000" pitchFamily="2" charset="2"/>
              <a:buChar char="Ø"/>
            </a:pPr>
            <a:endParaRPr lang="en-US" sz="2800" dirty="0" smtClean="0">
              <a:solidFill>
                <a:schemeClr val="bg1"/>
              </a:solidFill>
            </a:endParaRPr>
          </a:p>
          <a:p>
            <a:pPr marL="342900" indent="-342900">
              <a:buFont typeface="Wingdings" panose="05000000000000000000" pitchFamily="2" charset="2"/>
              <a:buChar char="Ø"/>
            </a:pPr>
            <a:r>
              <a:rPr lang="en-US" sz="2800" dirty="0">
                <a:solidFill>
                  <a:schemeClr val="bg1"/>
                </a:solidFill>
              </a:rPr>
              <a:t>Inefficient energy usage </a:t>
            </a:r>
            <a:endParaRPr lang="en-US" sz="2800" dirty="0">
              <a:solidFill>
                <a:schemeClr val="bg1"/>
              </a:solidFill>
            </a:endParaRPr>
          </a:p>
          <a:p>
            <a:pPr marL="342900" indent="-342900">
              <a:buFont typeface="Wingdings" panose="05000000000000000000" pitchFamily="2" charset="2"/>
              <a:buChar char="Ø"/>
            </a:pPr>
            <a:endParaRPr lang="en-US" sz="2800" dirty="0" smtClean="0">
              <a:solidFill>
                <a:schemeClr val="bg1"/>
              </a:solidFill>
            </a:endParaRPr>
          </a:p>
          <a:p>
            <a:pPr marL="342900" indent="-342900">
              <a:buFont typeface="Wingdings" panose="05000000000000000000" pitchFamily="2" charset="2"/>
              <a:buChar char="Ø"/>
            </a:pPr>
            <a:r>
              <a:rPr lang="en-US" sz="2800" dirty="0" smtClean="0">
                <a:solidFill>
                  <a:schemeClr val="bg1"/>
                </a:solidFill>
              </a:rPr>
              <a:t>Over-powering of sensitive appliances</a:t>
            </a:r>
            <a:endParaRPr lang="en-US" sz="2800" dirty="0" smtClean="0">
              <a:solidFill>
                <a:schemeClr val="bg1"/>
              </a:solidFill>
            </a:endParaRPr>
          </a:p>
          <a:p>
            <a:endParaRPr lang="en-US" sz="2800" dirty="0" smtClean="0">
              <a:solidFill>
                <a:schemeClr val="bg1"/>
              </a:solidFill>
            </a:endParaRPr>
          </a:p>
          <a:p>
            <a:pPr marL="342900" indent="-342900">
              <a:buFont typeface="Wingdings" panose="05000000000000000000" pitchFamily="2" charset="2"/>
              <a:buChar char="Ø"/>
            </a:pPr>
            <a:r>
              <a:rPr lang="en-US" sz="2800" dirty="0">
                <a:solidFill>
                  <a:schemeClr val="bg1"/>
                </a:solidFill>
              </a:rPr>
              <a:t>safety hazards due to appliances left unattended or overpowered</a:t>
            </a:r>
            <a:endParaRPr lang="en-US" sz="2800" dirty="0">
              <a:solidFill>
                <a:schemeClr val="bg1"/>
              </a:solidFill>
            </a:endParaRPr>
          </a:p>
          <a:p>
            <a:pPr indent="0">
              <a:buFont typeface="Wingdings" panose="05000000000000000000" pitchFamily="2" charset="2"/>
              <a:buNone/>
            </a:pPr>
            <a:endParaRPr lang="en-US" sz="2800" dirty="0">
              <a:solidFill>
                <a:schemeClr val="bg1"/>
              </a:solidFill>
            </a:endParaRPr>
          </a:p>
          <a:p>
            <a:pPr marL="800100" lvl="1" indent="-342900">
              <a:buFont typeface="Wingdings" panose="05000000000000000000" pitchFamily="2" charset="2"/>
              <a:buChar char="Ø"/>
            </a:pPr>
            <a:r>
              <a:rPr lang="en-US" sz="2800" dirty="0">
                <a:solidFill>
                  <a:schemeClr val="bg1"/>
                </a:solidFill>
              </a:rPr>
              <a:t>Food Burning</a:t>
            </a:r>
            <a:endParaRPr lang="en-US" sz="2800" dirty="0">
              <a:solidFill>
                <a:schemeClr val="bg1"/>
              </a:solidFill>
            </a:endParaRPr>
          </a:p>
          <a:p>
            <a:pPr marL="800100" lvl="1" indent="-342900">
              <a:buFont typeface="Wingdings" panose="05000000000000000000" pitchFamily="2" charset="2"/>
              <a:buChar char="Ø"/>
            </a:pPr>
            <a:r>
              <a:rPr lang="en-US" sz="2800" dirty="0">
                <a:solidFill>
                  <a:schemeClr val="bg1"/>
                </a:solidFill>
              </a:rPr>
              <a:t>Fire Outbreaks</a:t>
            </a:r>
            <a:endParaRPr lang="en-US" sz="2800" dirty="0">
              <a:solidFill>
                <a:schemeClr val="bg1"/>
              </a:solidFill>
            </a:endParaRPr>
          </a:p>
          <a:p>
            <a:pPr marL="800100" lvl="1" indent="-342900">
              <a:buFont typeface="Wingdings" panose="05000000000000000000" pitchFamily="2" charset="2"/>
              <a:buChar char="Ø"/>
            </a:pPr>
            <a:r>
              <a:rPr lang="en-US" sz="2800" dirty="0">
                <a:solidFill>
                  <a:schemeClr val="bg1"/>
                </a:solidFill>
              </a:rPr>
              <a:t>Human Forgetfulness</a:t>
            </a:r>
            <a:endParaRPr lang="en-US" sz="2800" dirty="0">
              <a:solidFill>
                <a:schemeClr val="bg1"/>
              </a:solidFill>
            </a:endParaRPr>
          </a:p>
        </p:txBody>
      </p:sp>
      <p:sp>
        <p:nvSpPr>
          <p:cNvPr id="4" name="AutoShape 2" descr="Living Without Hands – And I Couldn't Be Happier | BORN DIFFERENT - YouTub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5" name="AutoShape 4" descr="Living Without Hands – And I Couldn't Be Happier | BORN DIFFERENT - YouTub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9" descr="My Husband's Reaction to Finding Out Our Baby Has No Arms | CafeMom.com"/>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7" name="AutoShape 17" descr="My son is the coolest kid ever': Amazing little boy shows he doesn't need  hands to use his fork - World News - Mirror Online"/>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8" name="AutoShape 19" descr="My son is the coolest kid ever': Amazing little boy shows he doesn't need  hands to use his fork - World News - Mirror Online"/>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9" name="AutoShape 21" descr="No arms, no legs, no problem. Meet Henry (12 Photos) :"/>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00" name="Picture 99"/>
          <p:cNvPicPr/>
          <p:nvPr/>
        </p:nvPicPr>
        <p:blipFill>
          <a:blip r:embed="rId1"/>
          <a:stretch>
            <a:fillRect/>
          </a:stretch>
        </p:blipFill>
        <p:spPr>
          <a:xfrm>
            <a:off x="6629400" y="922655"/>
            <a:ext cx="2584450" cy="2369820"/>
          </a:xfrm>
          <a:prstGeom prst="rect">
            <a:avLst/>
          </a:prstGeom>
          <a:noFill/>
          <a:ln w="9525">
            <a:noFill/>
          </a:ln>
        </p:spPr>
      </p:pic>
      <p:pic>
        <p:nvPicPr>
          <p:cNvPr id="101" name="Picture 100"/>
          <p:cNvPicPr/>
          <p:nvPr/>
        </p:nvPicPr>
        <p:blipFill>
          <a:blip r:embed="rId2"/>
          <a:stretch>
            <a:fillRect/>
          </a:stretch>
        </p:blipFill>
        <p:spPr>
          <a:xfrm>
            <a:off x="7696200" y="3505200"/>
            <a:ext cx="4413250" cy="2518410"/>
          </a:xfrm>
          <a:prstGeom prst="rect">
            <a:avLst/>
          </a:prstGeom>
          <a:noFill/>
          <a:ln w="9525">
            <a:noFill/>
          </a:ln>
        </p:spPr>
      </p:pic>
      <p:pic>
        <p:nvPicPr>
          <p:cNvPr id="102" name="Picture 101"/>
          <p:cNvPicPr/>
          <p:nvPr/>
        </p:nvPicPr>
        <p:blipFill>
          <a:blip r:embed="rId3"/>
          <a:stretch>
            <a:fillRect/>
          </a:stretch>
        </p:blipFill>
        <p:spPr>
          <a:xfrm>
            <a:off x="9448800" y="908685"/>
            <a:ext cx="2500630" cy="2377440"/>
          </a:xfrm>
          <a:prstGeom prst="rect">
            <a:avLst/>
          </a:prstGeom>
          <a:noFill/>
          <a:ln w="9525">
            <a:noFill/>
          </a:ln>
        </p:spPr>
      </p:pic>
      <p:pic>
        <p:nvPicPr>
          <p:cNvPr id="103" name="Picture 102"/>
          <p:cNvPicPr/>
          <p:nvPr/>
        </p:nvPicPr>
        <p:blipFill>
          <a:blip r:embed="rId4"/>
          <a:stretch>
            <a:fillRect/>
          </a:stretch>
        </p:blipFill>
        <p:spPr>
          <a:xfrm>
            <a:off x="5028883" y="4718368"/>
            <a:ext cx="2333625" cy="1304925"/>
          </a:xfrm>
          <a:prstGeom prst="rect">
            <a:avLst/>
          </a:prstGeom>
          <a:noFill/>
          <a:ln w="9525">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Oval 307"/>
          <p:cNvSpPr/>
          <p:nvPr/>
        </p:nvSpPr>
        <p:spPr>
          <a:xfrm>
            <a:off x="2133601" y="5334003"/>
            <a:ext cx="3415567" cy="114621"/>
          </a:xfrm>
          <a:prstGeom prst="ellipse">
            <a:avLst/>
          </a:prstGeom>
          <a:gradFill flip="none" rotWithShape="1">
            <a:gsLst>
              <a:gs pos="0">
                <a:schemeClr val="tx1"/>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algn="ctr" defTabSz="914400">
              <a:defRPr/>
            </a:pPr>
            <a:endParaRPr lang="en-US" sz="1800" kern="0">
              <a:solidFill>
                <a:sysClr val="window" lastClr="FFFFFF"/>
              </a:solidFill>
            </a:endParaRPr>
          </a:p>
        </p:txBody>
      </p:sp>
      <p:sp>
        <p:nvSpPr>
          <p:cNvPr id="309" name="Content Placeholder 4"/>
          <p:cNvSpPr txBox="1"/>
          <p:nvPr/>
        </p:nvSpPr>
        <p:spPr>
          <a:xfrm>
            <a:off x="7071860"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6" name="Group 22"/>
          <p:cNvGrpSpPr/>
          <p:nvPr/>
        </p:nvGrpSpPr>
        <p:grpSpPr>
          <a:xfrm>
            <a:off x="3401060" y="3170203"/>
            <a:ext cx="880645" cy="2218049"/>
            <a:chOff x="4413250" y="1588"/>
            <a:chExt cx="2041525" cy="5141912"/>
          </a:xfrm>
          <a:solidFill>
            <a:schemeClr val="tx1">
              <a:alpha val="65000"/>
            </a:schemeClr>
          </a:solidFill>
          <a:effectLst/>
        </p:grpSpPr>
        <p:sp>
          <p:nvSpPr>
            <p:cNvPr id="7" name="Freeform 13"/>
            <p:cNvSpPr/>
            <p:nvPr/>
          </p:nvSpPr>
          <p:spPr bwMode="auto">
            <a:xfrm>
              <a:off x="5189538" y="1588"/>
              <a:ext cx="522288" cy="833438"/>
            </a:xfrm>
            <a:custGeom>
              <a:avLst/>
              <a:gdLst/>
              <a:ahLst/>
              <a:cxnLst>
                <a:cxn ang="0">
                  <a:pos x="159" y="0"/>
                </a:cxn>
                <a:cxn ang="0">
                  <a:pos x="198" y="5"/>
                </a:cxn>
                <a:cxn ang="0">
                  <a:pos x="236" y="15"/>
                </a:cxn>
                <a:cxn ang="0">
                  <a:pos x="260" y="32"/>
                </a:cxn>
                <a:cxn ang="0">
                  <a:pos x="272" y="49"/>
                </a:cxn>
                <a:cxn ang="0">
                  <a:pos x="279" y="62"/>
                </a:cxn>
                <a:cxn ang="0">
                  <a:pos x="289" y="87"/>
                </a:cxn>
                <a:cxn ang="0">
                  <a:pos x="301" y="130"/>
                </a:cxn>
                <a:cxn ang="0">
                  <a:pos x="305" y="155"/>
                </a:cxn>
                <a:cxn ang="0">
                  <a:pos x="306" y="183"/>
                </a:cxn>
                <a:cxn ang="0">
                  <a:pos x="307" y="201"/>
                </a:cxn>
                <a:cxn ang="0">
                  <a:pos x="312" y="198"/>
                </a:cxn>
                <a:cxn ang="0">
                  <a:pos x="319" y="194"/>
                </a:cxn>
                <a:cxn ang="0">
                  <a:pos x="325" y="198"/>
                </a:cxn>
                <a:cxn ang="0">
                  <a:pos x="329" y="218"/>
                </a:cxn>
                <a:cxn ang="0">
                  <a:pos x="328" y="240"/>
                </a:cxn>
                <a:cxn ang="0">
                  <a:pos x="322" y="269"/>
                </a:cxn>
                <a:cxn ang="0">
                  <a:pos x="316" y="290"/>
                </a:cxn>
                <a:cxn ang="0">
                  <a:pos x="313" y="296"/>
                </a:cxn>
                <a:cxn ang="0">
                  <a:pos x="309" y="296"/>
                </a:cxn>
                <a:cxn ang="0">
                  <a:pos x="304" y="292"/>
                </a:cxn>
                <a:cxn ang="0">
                  <a:pos x="299" y="291"/>
                </a:cxn>
                <a:cxn ang="0">
                  <a:pos x="298" y="298"/>
                </a:cxn>
                <a:cxn ang="0">
                  <a:pos x="293" y="315"/>
                </a:cxn>
                <a:cxn ang="0">
                  <a:pos x="279" y="351"/>
                </a:cxn>
                <a:cxn ang="0">
                  <a:pos x="274" y="368"/>
                </a:cxn>
                <a:cxn ang="0">
                  <a:pos x="272" y="398"/>
                </a:cxn>
                <a:cxn ang="0">
                  <a:pos x="274" y="428"/>
                </a:cxn>
                <a:cxn ang="0">
                  <a:pos x="181" y="525"/>
                </a:cxn>
                <a:cxn ang="0">
                  <a:pos x="126" y="483"/>
                </a:cxn>
                <a:cxn ang="0">
                  <a:pos x="112" y="470"/>
                </a:cxn>
                <a:cxn ang="0">
                  <a:pos x="93" y="450"/>
                </a:cxn>
                <a:cxn ang="0">
                  <a:pos x="76" y="432"/>
                </a:cxn>
                <a:cxn ang="0">
                  <a:pos x="71" y="418"/>
                </a:cxn>
                <a:cxn ang="0">
                  <a:pos x="64" y="389"/>
                </a:cxn>
                <a:cxn ang="0">
                  <a:pos x="56" y="350"/>
                </a:cxn>
                <a:cxn ang="0">
                  <a:pos x="49" y="321"/>
                </a:cxn>
                <a:cxn ang="0">
                  <a:pos x="46" y="308"/>
                </a:cxn>
                <a:cxn ang="0">
                  <a:pos x="39" y="299"/>
                </a:cxn>
                <a:cxn ang="0">
                  <a:pos x="35" y="306"/>
                </a:cxn>
                <a:cxn ang="0">
                  <a:pos x="25" y="305"/>
                </a:cxn>
                <a:cxn ang="0">
                  <a:pos x="18" y="292"/>
                </a:cxn>
                <a:cxn ang="0">
                  <a:pos x="10" y="271"/>
                </a:cxn>
                <a:cxn ang="0">
                  <a:pos x="3" y="254"/>
                </a:cxn>
                <a:cxn ang="0">
                  <a:pos x="0" y="230"/>
                </a:cxn>
                <a:cxn ang="0">
                  <a:pos x="2" y="207"/>
                </a:cxn>
                <a:cxn ang="0">
                  <a:pos x="8" y="204"/>
                </a:cxn>
                <a:cxn ang="0">
                  <a:pos x="17" y="213"/>
                </a:cxn>
                <a:cxn ang="0">
                  <a:pos x="24" y="222"/>
                </a:cxn>
                <a:cxn ang="0">
                  <a:pos x="24" y="220"/>
                </a:cxn>
                <a:cxn ang="0">
                  <a:pos x="23" y="207"/>
                </a:cxn>
                <a:cxn ang="0">
                  <a:pos x="22" y="178"/>
                </a:cxn>
                <a:cxn ang="0">
                  <a:pos x="23" y="144"/>
                </a:cxn>
                <a:cxn ang="0">
                  <a:pos x="27" y="96"/>
                </a:cxn>
                <a:cxn ang="0">
                  <a:pos x="31" y="80"/>
                </a:cxn>
                <a:cxn ang="0">
                  <a:pos x="43" y="60"/>
                </a:cxn>
                <a:cxn ang="0">
                  <a:pos x="57" y="37"/>
                </a:cxn>
                <a:cxn ang="0">
                  <a:pos x="67" y="23"/>
                </a:cxn>
                <a:cxn ang="0">
                  <a:pos x="87" y="13"/>
                </a:cxn>
                <a:cxn ang="0">
                  <a:pos x="116" y="5"/>
                </a:cxn>
                <a:cxn ang="0">
                  <a:pos x="141" y="0"/>
                </a:cxn>
              </a:cxnLst>
              <a:rect l="0" t="0" r="r" b="b"/>
              <a:pathLst>
                <a:path w="329" h="525">
                  <a:moveTo>
                    <a:pt x="141" y="0"/>
                  </a:moveTo>
                  <a:lnTo>
                    <a:pt x="159" y="0"/>
                  </a:lnTo>
                  <a:lnTo>
                    <a:pt x="177" y="1"/>
                  </a:lnTo>
                  <a:lnTo>
                    <a:pt x="198" y="5"/>
                  </a:lnTo>
                  <a:lnTo>
                    <a:pt x="220" y="9"/>
                  </a:lnTo>
                  <a:lnTo>
                    <a:pt x="236" y="15"/>
                  </a:lnTo>
                  <a:lnTo>
                    <a:pt x="249" y="22"/>
                  </a:lnTo>
                  <a:lnTo>
                    <a:pt x="260" y="32"/>
                  </a:lnTo>
                  <a:lnTo>
                    <a:pt x="267" y="41"/>
                  </a:lnTo>
                  <a:lnTo>
                    <a:pt x="272" y="49"/>
                  </a:lnTo>
                  <a:lnTo>
                    <a:pt x="276" y="55"/>
                  </a:lnTo>
                  <a:lnTo>
                    <a:pt x="279" y="62"/>
                  </a:lnTo>
                  <a:lnTo>
                    <a:pt x="284" y="73"/>
                  </a:lnTo>
                  <a:lnTo>
                    <a:pt x="289" y="87"/>
                  </a:lnTo>
                  <a:lnTo>
                    <a:pt x="298" y="118"/>
                  </a:lnTo>
                  <a:lnTo>
                    <a:pt x="301" y="130"/>
                  </a:lnTo>
                  <a:lnTo>
                    <a:pt x="304" y="142"/>
                  </a:lnTo>
                  <a:lnTo>
                    <a:pt x="305" y="155"/>
                  </a:lnTo>
                  <a:lnTo>
                    <a:pt x="305" y="169"/>
                  </a:lnTo>
                  <a:lnTo>
                    <a:pt x="306" y="183"/>
                  </a:lnTo>
                  <a:lnTo>
                    <a:pt x="306" y="200"/>
                  </a:lnTo>
                  <a:lnTo>
                    <a:pt x="307" y="201"/>
                  </a:lnTo>
                  <a:lnTo>
                    <a:pt x="309" y="200"/>
                  </a:lnTo>
                  <a:lnTo>
                    <a:pt x="312" y="198"/>
                  </a:lnTo>
                  <a:lnTo>
                    <a:pt x="315" y="196"/>
                  </a:lnTo>
                  <a:lnTo>
                    <a:pt x="319" y="194"/>
                  </a:lnTo>
                  <a:lnTo>
                    <a:pt x="321" y="193"/>
                  </a:lnTo>
                  <a:lnTo>
                    <a:pt x="325" y="198"/>
                  </a:lnTo>
                  <a:lnTo>
                    <a:pt x="328" y="206"/>
                  </a:lnTo>
                  <a:lnTo>
                    <a:pt x="329" y="218"/>
                  </a:lnTo>
                  <a:lnTo>
                    <a:pt x="329" y="227"/>
                  </a:lnTo>
                  <a:lnTo>
                    <a:pt x="328" y="240"/>
                  </a:lnTo>
                  <a:lnTo>
                    <a:pt x="326" y="255"/>
                  </a:lnTo>
                  <a:lnTo>
                    <a:pt x="322" y="269"/>
                  </a:lnTo>
                  <a:lnTo>
                    <a:pt x="319" y="282"/>
                  </a:lnTo>
                  <a:lnTo>
                    <a:pt x="316" y="290"/>
                  </a:lnTo>
                  <a:lnTo>
                    <a:pt x="314" y="293"/>
                  </a:lnTo>
                  <a:lnTo>
                    <a:pt x="313" y="296"/>
                  </a:lnTo>
                  <a:lnTo>
                    <a:pt x="311" y="297"/>
                  </a:lnTo>
                  <a:lnTo>
                    <a:pt x="309" y="296"/>
                  </a:lnTo>
                  <a:lnTo>
                    <a:pt x="305" y="293"/>
                  </a:lnTo>
                  <a:lnTo>
                    <a:pt x="304" y="292"/>
                  </a:lnTo>
                  <a:lnTo>
                    <a:pt x="301" y="291"/>
                  </a:lnTo>
                  <a:lnTo>
                    <a:pt x="299" y="291"/>
                  </a:lnTo>
                  <a:lnTo>
                    <a:pt x="299" y="294"/>
                  </a:lnTo>
                  <a:lnTo>
                    <a:pt x="298" y="298"/>
                  </a:lnTo>
                  <a:lnTo>
                    <a:pt x="298" y="301"/>
                  </a:lnTo>
                  <a:lnTo>
                    <a:pt x="293" y="315"/>
                  </a:lnTo>
                  <a:lnTo>
                    <a:pt x="284" y="339"/>
                  </a:lnTo>
                  <a:lnTo>
                    <a:pt x="279" y="351"/>
                  </a:lnTo>
                  <a:lnTo>
                    <a:pt x="276" y="361"/>
                  </a:lnTo>
                  <a:lnTo>
                    <a:pt x="274" y="368"/>
                  </a:lnTo>
                  <a:lnTo>
                    <a:pt x="272" y="375"/>
                  </a:lnTo>
                  <a:lnTo>
                    <a:pt x="272" y="398"/>
                  </a:lnTo>
                  <a:lnTo>
                    <a:pt x="274" y="411"/>
                  </a:lnTo>
                  <a:lnTo>
                    <a:pt x="274" y="428"/>
                  </a:lnTo>
                  <a:lnTo>
                    <a:pt x="255" y="489"/>
                  </a:lnTo>
                  <a:lnTo>
                    <a:pt x="181" y="525"/>
                  </a:lnTo>
                  <a:lnTo>
                    <a:pt x="129" y="485"/>
                  </a:lnTo>
                  <a:lnTo>
                    <a:pt x="126" y="483"/>
                  </a:lnTo>
                  <a:lnTo>
                    <a:pt x="121" y="478"/>
                  </a:lnTo>
                  <a:lnTo>
                    <a:pt x="112" y="470"/>
                  </a:lnTo>
                  <a:lnTo>
                    <a:pt x="102" y="461"/>
                  </a:lnTo>
                  <a:lnTo>
                    <a:pt x="93" y="450"/>
                  </a:lnTo>
                  <a:lnTo>
                    <a:pt x="83" y="441"/>
                  </a:lnTo>
                  <a:lnTo>
                    <a:pt x="76" y="432"/>
                  </a:lnTo>
                  <a:lnTo>
                    <a:pt x="73" y="426"/>
                  </a:lnTo>
                  <a:lnTo>
                    <a:pt x="71" y="418"/>
                  </a:lnTo>
                  <a:lnTo>
                    <a:pt x="67" y="405"/>
                  </a:lnTo>
                  <a:lnTo>
                    <a:pt x="64" y="389"/>
                  </a:lnTo>
                  <a:lnTo>
                    <a:pt x="59" y="369"/>
                  </a:lnTo>
                  <a:lnTo>
                    <a:pt x="56" y="350"/>
                  </a:lnTo>
                  <a:lnTo>
                    <a:pt x="52" y="334"/>
                  </a:lnTo>
                  <a:lnTo>
                    <a:pt x="49" y="321"/>
                  </a:lnTo>
                  <a:lnTo>
                    <a:pt x="47" y="313"/>
                  </a:lnTo>
                  <a:lnTo>
                    <a:pt x="46" y="308"/>
                  </a:lnTo>
                  <a:lnTo>
                    <a:pt x="45" y="305"/>
                  </a:lnTo>
                  <a:lnTo>
                    <a:pt x="39" y="299"/>
                  </a:lnTo>
                  <a:lnTo>
                    <a:pt x="37" y="301"/>
                  </a:lnTo>
                  <a:lnTo>
                    <a:pt x="35" y="306"/>
                  </a:lnTo>
                  <a:lnTo>
                    <a:pt x="29" y="306"/>
                  </a:lnTo>
                  <a:lnTo>
                    <a:pt x="25" y="305"/>
                  </a:lnTo>
                  <a:lnTo>
                    <a:pt x="22" y="300"/>
                  </a:lnTo>
                  <a:lnTo>
                    <a:pt x="18" y="292"/>
                  </a:lnTo>
                  <a:lnTo>
                    <a:pt x="15" y="283"/>
                  </a:lnTo>
                  <a:lnTo>
                    <a:pt x="10" y="271"/>
                  </a:lnTo>
                  <a:lnTo>
                    <a:pt x="7" y="262"/>
                  </a:lnTo>
                  <a:lnTo>
                    <a:pt x="3" y="254"/>
                  </a:lnTo>
                  <a:lnTo>
                    <a:pt x="0" y="243"/>
                  </a:lnTo>
                  <a:lnTo>
                    <a:pt x="0" y="230"/>
                  </a:lnTo>
                  <a:lnTo>
                    <a:pt x="1" y="218"/>
                  </a:lnTo>
                  <a:lnTo>
                    <a:pt x="2" y="207"/>
                  </a:lnTo>
                  <a:lnTo>
                    <a:pt x="5" y="204"/>
                  </a:lnTo>
                  <a:lnTo>
                    <a:pt x="8" y="204"/>
                  </a:lnTo>
                  <a:lnTo>
                    <a:pt x="13" y="207"/>
                  </a:lnTo>
                  <a:lnTo>
                    <a:pt x="17" y="213"/>
                  </a:lnTo>
                  <a:lnTo>
                    <a:pt x="22" y="218"/>
                  </a:lnTo>
                  <a:lnTo>
                    <a:pt x="24" y="222"/>
                  </a:lnTo>
                  <a:lnTo>
                    <a:pt x="25" y="223"/>
                  </a:lnTo>
                  <a:lnTo>
                    <a:pt x="24" y="220"/>
                  </a:lnTo>
                  <a:lnTo>
                    <a:pt x="24" y="214"/>
                  </a:lnTo>
                  <a:lnTo>
                    <a:pt x="23" y="207"/>
                  </a:lnTo>
                  <a:lnTo>
                    <a:pt x="22" y="201"/>
                  </a:lnTo>
                  <a:lnTo>
                    <a:pt x="22" y="178"/>
                  </a:lnTo>
                  <a:lnTo>
                    <a:pt x="23" y="162"/>
                  </a:lnTo>
                  <a:lnTo>
                    <a:pt x="23" y="144"/>
                  </a:lnTo>
                  <a:lnTo>
                    <a:pt x="25" y="110"/>
                  </a:lnTo>
                  <a:lnTo>
                    <a:pt x="27" y="96"/>
                  </a:lnTo>
                  <a:lnTo>
                    <a:pt x="28" y="87"/>
                  </a:lnTo>
                  <a:lnTo>
                    <a:pt x="31" y="80"/>
                  </a:lnTo>
                  <a:lnTo>
                    <a:pt x="36" y="70"/>
                  </a:lnTo>
                  <a:lnTo>
                    <a:pt x="43" y="60"/>
                  </a:lnTo>
                  <a:lnTo>
                    <a:pt x="50" y="48"/>
                  </a:lnTo>
                  <a:lnTo>
                    <a:pt x="57" y="37"/>
                  </a:lnTo>
                  <a:lnTo>
                    <a:pt x="63" y="29"/>
                  </a:lnTo>
                  <a:lnTo>
                    <a:pt x="67" y="23"/>
                  </a:lnTo>
                  <a:lnTo>
                    <a:pt x="74" y="19"/>
                  </a:lnTo>
                  <a:lnTo>
                    <a:pt x="87" y="13"/>
                  </a:lnTo>
                  <a:lnTo>
                    <a:pt x="102" y="8"/>
                  </a:lnTo>
                  <a:lnTo>
                    <a:pt x="116" y="5"/>
                  </a:lnTo>
                  <a:lnTo>
                    <a:pt x="129" y="1"/>
                  </a:lnTo>
                  <a:lnTo>
                    <a:pt x="141" y="0"/>
                  </a:lnTo>
                  <a:close/>
                </a:path>
              </a:pathLst>
            </a:custGeom>
            <a:grpFill/>
            <a:ln w="0">
              <a:noFill/>
              <a:prstDash val="solid"/>
              <a:round/>
            </a:ln>
          </p:spPr>
          <p:txBody>
            <a:bodyPr vert="horz" wrap="square" lIns="91416" tIns="45708" rIns="91416" bIns="45708" numCol="1" anchor="t" anchorCtr="0" compatLnSpc="1"/>
            <a:lstStyle/>
            <a:p>
              <a:endParaRPr lang="en-US" sz="2400"/>
            </a:p>
          </p:txBody>
        </p:sp>
        <p:sp>
          <p:nvSpPr>
            <p:cNvPr id="8" name="Freeform 14"/>
            <p:cNvSpPr>
              <a:spLocks noEditPoints="1"/>
            </p:cNvSpPr>
            <p:nvPr/>
          </p:nvSpPr>
          <p:spPr bwMode="auto">
            <a:xfrm>
              <a:off x="4413250" y="638175"/>
              <a:ext cx="2041525" cy="4505325"/>
            </a:xfrm>
            <a:custGeom>
              <a:avLst/>
              <a:gdLst/>
              <a:ahLst/>
              <a:cxnLst>
                <a:cxn ang="0">
                  <a:pos x="622" y="852"/>
                </a:cxn>
                <a:cxn ang="0">
                  <a:pos x="758" y="867"/>
                </a:cxn>
                <a:cxn ang="0">
                  <a:pos x="702" y="726"/>
                </a:cxn>
                <a:cxn ang="0">
                  <a:pos x="579" y="68"/>
                </a:cxn>
                <a:cxn ang="0">
                  <a:pos x="674" y="274"/>
                </a:cxn>
                <a:cxn ang="0">
                  <a:pos x="706" y="375"/>
                </a:cxn>
                <a:cxn ang="0">
                  <a:pos x="753" y="100"/>
                </a:cxn>
                <a:cxn ang="0">
                  <a:pos x="789" y="54"/>
                </a:cxn>
                <a:cxn ang="0">
                  <a:pos x="892" y="102"/>
                </a:cxn>
                <a:cxn ang="0">
                  <a:pos x="1052" y="155"/>
                </a:cxn>
                <a:cxn ang="0">
                  <a:pos x="1066" y="241"/>
                </a:cxn>
                <a:cxn ang="0">
                  <a:pos x="1085" y="302"/>
                </a:cxn>
                <a:cxn ang="0">
                  <a:pos x="1125" y="396"/>
                </a:cxn>
                <a:cxn ang="0">
                  <a:pos x="1117" y="552"/>
                </a:cxn>
                <a:cxn ang="0">
                  <a:pos x="1005" y="615"/>
                </a:cxn>
                <a:cxn ang="0">
                  <a:pos x="1018" y="744"/>
                </a:cxn>
                <a:cxn ang="0">
                  <a:pos x="1070" y="911"/>
                </a:cxn>
                <a:cxn ang="0">
                  <a:pos x="1096" y="1052"/>
                </a:cxn>
                <a:cxn ang="0">
                  <a:pos x="1125" y="1267"/>
                </a:cxn>
                <a:cxn ang="0">
                  <a:pos x="1037" y="1409"/>
                </a:cxn>
                <a:cxn ang="0">
                  <a:pos x="1058" y="1682"/>
                </a:cxn>
                <a:cxn ang="0">
                  <a:pos x="1117" y="2030"/>
                </a:cxn>
                <a:cxn ang="0">
                  <a:pos x="1172" y="2349"/>
                </a:cxn>
                <a:cxn ang="0">
                  <a:pos x="1232" y="2504"/>
                </a:cxn>
                <a:cxn ang="0">
                  <a:pos x="1268" y="2725"/>
                </a:cxn>
                <a:cxn ang="0">
                  <a:pos x="1212" y="2823"/>
                </a:cxn>
                <a:cxn ang="0">
                  <a:pos x="1114" y="2791"/>
                </a:cxn>
                <a:cxn ang="0">
                  <a:pos x="1082" y="2737"/>
                </a:cxn>
                <a:cxn ang="0">
                  <a:pos x="1036" y="2670"/>
                </a:cxn>
                <a:cxn ang="0">
                  <a:pos x="978" y="2549"/>
                </a:cxn>
                <a:cxn ang="0">
                  <a:pos x="907" y="2409"/>
                </a:cxn>
                <a:cxn ang="0">
                  <a:pos x="868" y="2107"/>
                </a:cxn>
                <a:cxn ang="0">
                  <a:pos x="802" y="1791"/>
                </a:cxn>
                <a:cxn ang="0">
                  <a:pos x="698" y="1527"/>
                </a:cxn>
                <a:cxn ang="0">
                  <a:pos x="640" y="1384"/>
                </a:cxn>
                <a:cxn ang="0">
                  <a:pos x="572" y="1619"/>
                </a:cxn>
                <a:cxn ang="0">
                  <a:pos x="479" y="1911"/>
                </a:cxn>
                <a:cxn ang="0">
                  <a:pos x="418" y="2175"/>
                </a:cxn>
                <a:cxn ang="0">
                  <a:pos x="353" y="2438"/>
                </a:cxn>
                <a:cxn ang="0">
                  <a:pos x="287" y="2639"/>
                </a:cxn>
                <a:cxn ang="0">
                  <a:pos x="248" y="2739"/>
                </a:cxn>
                <a:cxn ang="0">
                  <a:pos x="193" y="2793"/>
                </a:cxn>
                <a:cxn ang="0">
                  <a:pos x="29" y="2837"/>
                </a:cxn>
                <a:cxn ang="0">
                  <a:pos x="11" y="2786"/>
                </a:cxn>
                <a:cxn ang="0">
                  <a:pos x="89" y="2646"/>
                </a:cxn>
                <a:cxn ang="0">
                  <a:pos x="106" y="2528"/>
                </a:cxn>
                <a:cxn ang="0">
                  <a:pos x="117" y="2294"/>
                </a:cxn>
                <a:cxn ang="0">
                  <a:pos x="211" y="1940"/>
                </a:cxn>
                <a:cxn ang="0">
                  <a:pos x="232" y="1759"/>
                </a:cxn>
                <a:cxn ang="0">
                  <a:pos x="239" y="1522"/>
                </a:cxn>
                <a:cxn ang="0">
                  <a:pos x="257" y="1295"/>
                </a:cxn>
                <a:cxn ang="0">
                  <a:pos x="140" y="1194"/>
                </a:cxn>
                <a:cxn ang="0">
                  <a:pos x="197" y="1013"/>
                </a:cxn>
                <a:cxn ang="0">
                  <a:pos x="247" y="866"/>
                </a:cxn>
                <a:cxn ang="0">
                  <a:pos x="285" y="759"/>
                </a:cxn>
                <a:cxn ang="0">
                  <a:pos x="320" y="635"/>
                </a:cxn>
                <a:cxn ang="0">
                  <a:pos x="233" y="535"/>
                </a:cxn>
                <a:cxn ang="0">
                  <a:pos x="225" y="417"/>
                </a:cxn>
                <a:cxn ang="0">
                  <a:pos x="242" y="309"/>
                </a:cxn>
                <a:cxn ang="0">
                  <a:pos x="255" y="180"/>
                </a:cxn>
                <a:cxn ang="0">
                  <a:pos x="400" y="80"/>
                </a:cxn>
                <a:cxn ang="0">
                  <a:pos x="533" y="38"/>
                </a:cxn>
              </a:cxnLst>
              <a:rect l="0" t="0" r="r" b="b"/>
              <a:pathLst>
                <a:path w="1286" h="2838">
                  <a:moveTo>
                    <a:pt x="693" y="726"/>
                  </a:moveTo>
                  <a:lnTo>
                    <a:pt x="677" y="728"/>
                  </a:lnTo>
                  <a:lnTo>
                    <a:pt x="672" y="732"/>
                  </a:lnTo>
                  <a:lnTo>
                    <a:pt x="666" y="742"/>
                  </a:lnTo>
                  <a:lnTo>
                    <a:pt x="659" y="756"/>
                  </a:lnTo>
                  <a:lnTo>
                    <a:pt x="651" y="774"/>
                  </a:lnTo>
                  <a:lnTo>
                    <a:pt x="644" y="792"/>
                  </a:lnTo>
                  <a:lnTo>
                    <a:pt x="636" y="813"/>
                  </a:lnTo>
                  <a:lnTo>
                    <a:pt x="629" y="833"/>
                  </a:lnTo>
                  <a:lnTo>
                    <a:pt x="622" y="852"/>
                  </a:lnTo>
                  <a:lnTo>
                    <a:pt x="618" y="868"/>
                  </a:lnTo>
                  <a:lnTo>
                    <a:pt x="614" y="881"/>
                  </a:lnTo>
                  <a:lnTo>
                    <a:pt x="608" y="899"/>
                  </a:lnTo>
                  <a:lnTo>
                    <a:pt x="600" y="923"/>
                  </a:lnTo>
                  <a:lnTo>
                    <a:pt x="591" y="948"/>
                  </a:lnTo>
                  <a:lnTo>
                    <a:pt x="780" y="948"/>
                  </a:lnTo>
                  <a:lnTo>
                    <a:pt x="773" y="923"/>
                  </a:lnTo>
                  <a:lnTo>
                    <a:pt x="766" y="901"/>
                  </a:lnTo>
                  <a:lnTo>
                    <a:pt x="761" y="881"/>
                  </a:lnTo>
                  <a:lnTo>
                    <a:pt x="758" y="867"/>
                  </a:lnTo>
                  <a:lnTo>
                    <a:pt x="754" y="854"/>
                  </a:lnTo>
                  <a:lnTo>
                    <a:pt x="750" y="838"/>
                  </a:lnTo>
                  <a:lnTo>
                    <a:pt x="745" y="820"/>
                  </a:lnTo>
                  <a:lnTo>
                    <a:pt x="738" y="802"/>
                  </a:lnTo>
                  <a:lnTo>
                    <a:pt x="732" y="783"/>
                  </a:lnTo>
                  <a:lnTo>
                    <a:pt x="727" y="766"/>
                  </a:lnTo>
                  <a:lnTo>
                    <a:pt x="721" y="752"/>
                  </a:lnTo>
                  <a:lnTo>
                    <a:pt x="714" y="734"/>
                  </a:lnTo>
                  <a:lnTo>
                    <a:pt x="709" y="730"/>
                  </a:lnTo>
                  <a:lnTo>
                    <a:pt x="702" y="726"/>
                  </a:lnTo>
                  <a:lnTo>
                    <a:pt x="693" y="726"/>
                  </a:lnTo>
                  <a:close/>
                  <a:moveTo>
                    <a:pt x="552" y="0"/>
                  </a:moveTo>
                  <a:lnTo>
                    <a:pt x="555" y="2"/>
                  </a:lnTo>
                  <a:lnTo>
                    <a:pt x="556" y="9"/>
                  </a:lnTo>
                  <a:lnTo>
                    <a:pt x="556" y="19"/>
                  </a:lnTo>
                  <a:lnTo>
                    <a:pt x="557" y="31"/>
                  </a:lnTo>
                  <a:lnTo>
                    <a:pt x="561" y="40"/>
                  </a:lnTo>
                  <a:lnTo>
                    <a:pt x="564" y="46"/>
                  </a:lnTo>
                  <a:lnTo>
                    <a:pt x="571" y="56"/>
                  </a:lnTo>
                  <a:lnTo>
                    <a:pt x="579" y="68"/>
                  </a:lnTo>
                  <a:lnTo>
                    <a:pt x="589" y="81"/>
                  </a:lnTo>
                  <a:lnTo>
                    <a:pt x="599" y="96"/>
                  </a:lnTo>
                  <a:lnTo>
                    <a:pt x="608" y="111"/>
                  </a:lnTo>
                  <a:lnTo>
                    <a:pt x="619" y="131"/>
                  </a:lnTo>
                  <a:lnTo>
                    <a:pt x="632" y="156"/>
                  </a:lnTo>
                  <a:lnTo>
                    <a:pt x="643" y="183"/>
                  </a:lnTo>
                  <a:lnTo>
                    <a:pt x="654" y="210"/>
                  </a:lnTo>
                  <a:lnTo>
                    <a:pt x="663" y="234"/>
                  </a:lnTo>
                  <a:lnTo>
                    <a:pt x="669" y="253"/>
                  </a:lnTo>
                  <a:lnTo>
                    <a:pt x="674" y="274"/>
                  </a:lnTo>
                  <a:lnTo>
                    <a:pt x="684" y="316"/>
                  </a:lnTo>
                  <a:lnTo>
                    <a:pt x="688" y="335"/>
                  </a:lnTo>
                  <a:lnTo>
                    <a:pt x="692" y="351"/>
                  </a:lnTo>
                  <a:lnTo>
                    <a:pt x="693" y="362"/>
                  </a:lnTo>
                  <a:lnTo>
                    <a:pt x="693" y="368"/>
                  </a:lnTo>
                  <a:lnTo>
                    <a:pt x="694" y="373"/>
                  </a:lnTo>
                  <a:lnTo>
                    <a:pt x="696" y="377"/>
                  </a:lnTo>
                  <a:lnTo>
                    <a:pt x="698" y="378"/>
                  </a:lnTo>
                  <a:lnTo>
                    <a:pt x="705" y="378"/>
                  </a:lnTo>
                  <a:lnTo>
                    <a:pt x="706" y="375"/>
                  </a:lnTo>
                  <a:lnTo>
                    <a:pt x="706" y="346"/>
                  </a:lnTo>
                  <a:lnTo>
                    <a:pt x="708" y="327"/>
                  </a:lnTo>
                  <a:lnTo>
                    <a:pt x="710" y="305"/>
                  </a:lnTo>
                  <a:lnTo>
                    <a:pt x="721" y="232"/>
                  </a:lnTo>
                  <a:lnTo>
                    <a:pt x="725" y="213"/>
                  </a:lnTo>
                  <a:lnTo>
                    <a:pt x="730" y="191"/>
                  </a:lnTo>
                  <a:lnTo>
                    <a:pt x="736" y="168"/>
                  </a:lnTo>
                  <a:lnTo>
                    <a:pt x="742" y="143"/>
                  </a:lnTo>
                  <a:lnTo>
                    <a:pt x="747" y="121"/>
                  </a:lnTo>
                  <a:lnTo>
                    <a:pt x="753" y="100"/>
                  </a:lnTo>
                  <a:lnTo>
                    <a:pt x="758" y="84"/>
                  </a:lnTo>
                  <a:lnTo>
                    <a:pt x="763" y="73"/>
                  </a:lnTo>
                  <a:lnTo>
                    <a:pt x="767" y="55"/>
                  </a:lnTo>
                  <a:lnTo>
                    <a:pt x="768" y="39"/>
                  </a:lnTo>
                  <a:lnTo>
                    <a:pt x="767" y="26"/>
                  </a:lnTo>
                  <a:lnTo>
                    <a:pt x="766" y="17"/>
                  </a:lnTo>
                  <a:lnTo>
                    <a:pt x="767" y="16"/>
                  </a:lnTo>
                  <a:lnTo>
                    <a:pt x="769" y="19"/>
                  </a:lnTo>
                  <a:lnTo>
                    <a:pt x="778" y="35"/>
                  </a:lnTo>
                  <a:lnTo>
                    <a:pt x="789" y="54"/>
                  </a:lnTo>
                  <a:lnTo>
                    <a:pt x="794" y="61"/>
                  </a:lnTo>
                  <a:lnTo>
                    <a:pt x="801" y="69"/>
                  </a:lnTo>
                  <a:lnTo>
                    <a:pt x="810" y="76"/>
                  </a:lnTo>
                  <a:lnTo>
                    <a:pt x="818" y="83"/>
                  </a:lnTo>
                  <a:lnTo>
                    <a:pt x="825" y="88"/>
                  </a:lnTo>
                  <a:lnTo>
                    <a:pt x="827" y="89"/>
                  </a:lnTo>
                  <a:lnTo>
                    <a:pt x="837" y="92"/>
                  </a:lnTo>
                  <a:lnTo>
                    <a:pt x="851" y="96"/>
                  </a:lnTo>
                  <a:lnTo>
                    <a:pt x="870" y="99"/>
                  </a:lnTo>
                  <a:lnTo>
                    <a:pt x="892" y="102"/>
                  </a:lnTo>
                  <a:lnTo>
                    <a:pt x="916" y="104"/>
                  </a:lnTo>
                  <a:lnTo>
                    <a:pt x="940" y="106"/>
                  </a:lnTo>
                  <a:lnTo>
                    <a:pt x="963" y="109"/>
                  </a:lnTo>
                  <a:lnTo>
                    <a:pt x="983" y="110"/>
                  </a:lnTo>
                  <a:lnTo>
                    <a:pt x="1000" y="112"/>
                  </a:lnTo>
                  <a:lnTo>
                    <a:pt x="1018" y="117"/>
                  </a:lnTo>
                  <a:lnTo>
                    <a:pt x="1030" y="124"/>
                  </a:lnTo>
                  <a:lnTo>
                    <a:pt x="1040" y="133"/>
                  </a:lnTo>
                  <a:lnTo>
                    <a:pt x="1047" y="143"/>
                  </a:lnTo>
                  <a:lnTo>
                    <a:pt x="1052" y="155"/>
                  </a:lnTo>
                  <a:lnTo>
                    <a:pt x="1055" y="166"/>
                  </a:lnTo>
                  <a:lnTo>
                    <a:pt x="1057" y="175"/>
                  </a:lnTo>
                  <a:lnTo>
                    <a:pt x="1058" y="187"/>
                  </a:lnTo>
                  <a:lnTo>
                    <a:pt x="1056" y="199"/>
                  </a:lnTo>
                  <a:lnTo>
                    <a:pt x="1053" y="211"/>
                  </a:lnTo>
                  <a:lnTo>
                    <a:pt x="1050" y="220"/>
                  </a:lnTo>
                  <a:lnTo>
                    <a:pt x="1048" y="226"/>
                  </a:lnTo>
                  <a:lnTo>
                    <a:pt x="1050" y="231"/>
                  </a:lnTo>
                  <a:lnTo>
                    <a:pt x="1062" y="238"/>
                  </a:lnTo>
                  <a:lnTo>
                    <a:pt x="1066" y="241"/>
                  </a:lnTo>
                  <a:lnTo>
                    <a:pt x="1066" y="246"/>
                  </a:lnTo>
                  <a:lnTo>
                    <a:pt x="1062" y="260"/>
                  </a:lnTo>
                  <a:lnTo>
                    <a:pt x="1060" y="266"/>
                  </a:lnTo>
                  <a:lnTo>
                    <a:pt x="1062" y="269"/>
                  </a:lnTo>
                  <a:lnTo>
                    <a:pt x="1066" y="274"/>
                  </a:lnTo>
                  <a:lnTo>
                    <a:pt x="1069" y="278"/>
                  </a:lnTo>
                  <a:lnTo>
                    <a:pt x="1069" y="281"/>
                  </a:lnTo>
                  <a:lnTo>
                    <a:pt x="1070" y="285"/>
                  </a:lnTo>
                  <a:lnTo>
                    <a:pt x="1073" y="290"/>
                  </a:lnTo>
                  <a:lnTo>
                    <a:pt x="1085" y="302"/>
                  </a:lnTo>
                  <a:lnTo>
                    <a:pt x="1089" y="310"/>
                  </a:lnTo>
                  <a:lnTo>
                    <a:pt x="1095" y="324"/>
                  </a:lnTo>
                  <a:lnTo>
                    <a:pt x="1101" y="339"/>
                  </a:lnTo>
                  <a:lnTo>
                    <a:pt x="1108" y="353"/>
                  </a:lnTo>
                  <a:lnTo>
                    <a:pt x="1114" y="363"/>
                  </a:lnTo>
                  <a:lnTo>
                    <a:pt x="1117" y="371"/>
                  </a:lnTo>
                  <a:lnTo>
                    <a:pt x="1118" y="380"/>
                  </a:lnTo>
                  <a:lnTo>
                    <a:pt x="1121" y="388"/>
                  </a:lnTo>
                  <a:lnTo>
                    <a:pt x="1123" y="392"/>
                  </a:lnTo>
                  <a:lnTo>
                    <a:pt x="1125" y="396"/>
                  </a:lnTo>
                  <a:lnTo>
                    <a:pt x="1128" y="402"/>
                  </a:lnTo>
                  <a:lnTo>
                    <a:pt x="1132" y="410"/>
                  </a:lnTo>
                  <a:lnTo>
                    <a:pt x="1136" y="421"/>
                  </a:lnTo>
                  <a:lnTo>
                    <a:pt x="1140" y="438"/>
                  </a:lnTo>
                  <a:lnTo>
                    <a:pt x="1146" y="459"/>
                  </a:lnTo>
                  <a:lnTo>
                    <a:pt x="1147" y="478"/>
                  </a:lnTo>
                  <a:lnTo>
                    <a:pt x="1144" y="497"/>
                  </a:lnTo>
                  <a:lnTo>
                    <a:pt x="1137" y="517"/>
                  </a:lnTo>
                  <a:lnTo>
                    <a:pt x="1128" y="535"/>
                  </a:lnTo>
                  <a:lnTo>
                    <a:pt x="1117" y="552"/>
                  </a:lnTo>
                  <a:lnTo>
                    <a:pt x="1106" y="567"/>
                  </a:lnTo>
                  <a:lnTo>
                    <a:pt x="1095" y="580"/>
                  </a:lnTo>
                  <a:lnTo>
                    <a:pt x="1086" y="590"/>
                  </a:lnTo>
                  <a:lnTo>
                    <a:pt x="1080" y="596"/>
                  </a:lnTo>
                  <a:lnTo>
                    <a:pt x="1072" y="601"/>
                  </a:lnTo>
                  <a:lnTo>
                    <a:pt x="1060" y="604"/>
                  </a:lnTo>
                  <a:lnTo>
                    <a:pt x="1047" y="606"/>
                  </a:lnTo>
                  <a:lnTo>
                    <a:pt x="1031" y="609"/>
                  </a:lnTo>
                  <a:lnTo>
                    <a:pt x="1018" y="612"/>
                  </a:lnTo>
                  <a:lnTo>
                    <a:pt x="1005" y="615"/>
                  </a:lnTo>
                  <a:lnTo>
                    <a:pt x="997" y="618"/>
                  </a:lnTo>
                  <a:lnTo>
                    <a:pt x="993" y="621"/>
                  </a:lnTo>
                  <a:lnTo>
                    <a:pt x="994" y="627"/>
                  </a:lnTo>
                  <a:lnTo>
                    <a:pt x="996" y="639"/>
                  </a:lnTo>
                  <a:lnTo>
                    <a:pt x="999" y="654"/>
                  </a:lnTo>
                  <a:lnTo>
                    <a:pt x="1002" y="672"/>
                  </a:lnTo>
                  <a:lnTo>
                    <a:pt x="1006" y="690"/>
                  </a:lnTo>
                  <a:lnTo>
                    <a:pt x="1011" y="709"/>
                  </a:lnTo>
                  <a:lnTo>
                    <a:pt x="1014" y="727"/>
                  </a:lnTo>
                  <a:lnTo>
                    <a:pt x="1018" y="744"/>
                  </a:lnTo>
                  <a:lnTo>
                    <a:pt x="1021" y="756"/>
                  </a:lnTo>
                  <a:lnTo>
                    <a:pt x="1022" y="766"/>
                  </a:lnTo>
                  <a:lnTo>
                    <a:pt x="1026" y="779"/>
                  </a:lnTo>
                  <a:lnTo>
                    <a:pt x="1030" y="795"/>
                  </a:lnTo>
                  <a:lnTo>
                    <a:pt x="1036" y="813"/>
                  </a:lnTo>
                  <a:lnTo>
                    <a:pt x="1043" y="832"/>
                  </a:lnTo>
                  <a:lnTo>
                    <a:pt x="1050" y="852"/>
                  </a:lnTo>
                  <a:lnTo>
                    <a:pt x="1069" y="898"/>
                  </a:lnTo>
                  <a:lnTo>
                    <a:pt x="1070" y="906"/>
                  </a:lnTo>
                  <a:lnTo>
                    <a:pt x="1070" y="911"/>
                  </a:lnTo>
                  <a:lnTo>
                    <a:pt x="1067" y="912"/>
                  </a:lnTo>
                  <a:lnTo>
                    <a:pt x="1066" y="912"/>
                  </a:lnTo>
                  <a:lnTo>
                    <a:pt x="1065" y="913"/>
                  </a:lnTo>
                  <a:lnTo>
                    <a:pt x="1065" y="920"/>
                  </a:lnTo>
                  <a:lnTo>
                    <a:pt x="1070" y="934"/>
                  </a:lnTo>
                  <a:lnTo>
                    <a:pt x="1073" y="951"/>
                  </a:lnTo>
                  <a:lnTo>
                    <a:pt x="1079" y="972"/>
                  </a:lnTo>
                  <a:lnTo>
                    <a:pt x="1084" y="996"/>
                  </a:lnTo>
                  <a:lnTo>
                    <a:pt x="1089" y="1023"/>
                  </a:lnTo>
                  <a:lnTo>
                    <a:pt x="1096" y="1052"/>
                  </a:lnTo>
                  <a:lnTo>
                    <a:pt x="1108" y="1112"/>
                  </a:lnTo>
                  <a:lnTo>
                    <a:pt x="1115" y="1143"/>
                  </a:lnTo>
                  <a:lnTo>
                    <a:pt x="1120" y="1170"/>
                  </a:lnTo>
                  <a:lnTo>
                    <a:pt x="1125" y="1196"/>
                  </a:lnTo>
                  <a:lnTo>
                    <a:pt x="1129" y="1218"/>
                  </a:lnTo>
                  <a:lnTo>
                    <a:pt x="1132" y="1236"/>
                  </a:lnTo>
                  <a:lnTo>
                    <a:pt x="1135" y="1248"/>
                  </a:lnTo>
                  <a:lnTo>
                    <a:pt x="1136" y="1255"/>
                  </a:lnTo>
                  <a:lnTo>
                    <a:pt x="1133" y="1260"/>
                  </a:lnTo>
                  <a:lnTo>
                    <a:pt x="1125" y="1267"/>
                  </a:lnTo>
                  <a:lnTo>
                    <a:pt x="1111" y="1273"/>
                  </a:lnTo>
                  <a:lnTo>
                    <a:pt x="1094" y="1281"/>
                  </a:lnTo>
                  <a:lnTo>
                    <a:pt x="1074" y="1288"/>
                  </a:lnTo>
                  <a:lnTo>
                    <a:pt x="1053" y="1295"/>
                  </a:lnTo>
                  <a:lnTo>
                    <a:pt x="1031" y="1302"/>
                  </a:lnTo>
                  <a:lnTo>
                    <a:pt x="1035" y="1316"/>
                  </a:lnTo>
                  <a:lnTo>
                    <a:pt x="1037" y="1326"/>
                  </a:lnTo>
                  <a:lnTo>
                    <a:pt x="1038" y="1350"/>
                  </a:lnTo>
                  <a:lnTo>
                    <a:pt x="1038" y="1377"/>
                  </a:lnTo>
                  <a:lnTo>
                    <a:pt x="1037" y="1409"/>
                  </a:lnTo>
                  <a:lnTo>
                    <a:pt x="1037" y="1441"/>
                  </a:lnTo>
                  <a:lnTo>
                    <a:pt x="1036" y="1474"/>
                  </a:lnTo>
                  <a:lnTo>
                    <a:pt x="1035" y="1504"/>
                  </a:lnTo>
                  <a:lnTo>
                    <a:pt x="1035" y="1533"/>
                  </a:lnTo>
                  <a:lnTo>
                    <a:pt x="1036" y="1559"/>
                  </a:lnTo>
                  <a:lnTo>
                    <a:pt x="1038" y="1579"/>
                  </a:lnTo>
                  <a:lnTo>
                    <a:pt x="1042" y="1596"/>
                  </a:lnTo>
                  <a:lnTo>
                    <a:pt x="1047" y="1621"/>
                  </a:lnTo>
                  <a:lnTo>
                    <a:pt x="1051" y="1648"/>
                  </a:lnTo>
                  <a:lnTo>
                    <a:pt x="1058" y="1682"/>
                  </a:lnTo>
                  <a:lnTo>
                    <a:pt x="1065" y="1718"/>
                  </a:lnTo>
                  <a:lnTo>
                    <a:pt x="1072" y="1755"/>
                  </a:lnTo>
                  <a:lnTo>
                    <a:pt x="1078" y="1794"/>
                  </a:lnTo>
                  <a:lnTo>
                    <a:pt x="1085" y="1832"/>
                  </a:lnTo>
                  <a:lnTo>
                    <a:pt x="1092" y="1868"/>
                  </a:lnTo>
                  <a:lnTo>
                    <a:pt x="1096" y="1902"/>
                  </a:lnTo>
                  <a:lnTo>
                    <a:pt x="1101" y="1932"/>
                  </a:lnTo>
                  <a:lnTo>
                    <a:pt x="1106" y="1961"/>
                  </a:lnTo>
                  <a:lnTo>
                    <a:pt x="1110" y="1995"/>
                  </a:lnTo>
                  <a:lnTo>
                    <a:pt x="1117" y="2030"/>
                  </a:lnTo>
                  <a:lnTo>
                    <a:pt x="1131" y="2102"/>
                  </a:lnTo>
                  <a:lnTo>
                    <a:pt x="1138" y="2137"/>
                  </a:lnTo>
                  <a:lnTo>
                    <a:pt x="1145" y="2171"/>
                  </a:lnTo>
                  <a:lnTo>
                    <a:pt x="1151" y="2201"/>
                  </a:lnTo>
                  <a:lnTo>
                    <a:pt x="1157" y="2228"/>
                  </a:lnTo>
                  <a:lnTo>
                    <a:pt x="1161" y="2250"/>
                  </a:lnTo>
                  <a:lnTo>
                    <a:pt x="1165" y="2265"/>
                  </a:lnTo>
                  <a:lnTo>
                    <a:pt x="1168" y="2283"/>
                  </a:lnTo>
                  <a:lnTo>
                    <a:pt x="1169" y="2304"/>
                  </a:lnTo>
                  <a:lnTo>
                    <a:pt x="1172" y="2349"/>
                  </a:lnTo>
                  <a:lnTo>
                    <a:pt x="1174" y="2370"/>
                  </a:lnTo>
                  <a:lnTo>
                    <a:pt x="1176" y="2388"/>
                  </a:lnTo>
                  <a:lnTo>
                    <a:pt x="1180" y="2404"/>
                  </a:lnTo>
                  <a:lnTo>
                    <a:pt x="1186" y="2416"/>
                  </a:lnTo>
                  <a:lnTo>
                    <a:pt x="1201" y="2433"/>
                  </a:lnTo>
                  <a:lnTo>
                    <a:pt x="1215" y="2450"/>
                  </a:lnTo>
                  <a:lnTo>
                    <a:pt x="1225" y="2466"/>
                  </a:lnTo>
                  <a:lnTo>
                    <a:pt x="1232" y="2481"/>
                  </a:lnTo>
                  <a:lnTo>
                    <a:pt x="1233" y="2490"/>
                  </a:lnTo>
                  <a:lnTo>
                    <a:pt x="1232" y="2504"/>
                  </a:lnTo>
                  <a:lnTo>
                    <a:pt x="1231" y="2523"/>
                  </a:lnTo>
                  <a:lnTo>
                    <a:pt x="1227" y="2543"/>
                  </a:lnTo>
                  <a:lnTo>
                    <a:pt x="1224" y="2565"/>
                  </a:lnTo>
                  <a:lnTo>
                    <a:pt x="1220" y="2585"/>
                  </a:lnTo>
                  <a:lnTo>
                    <a:pt x="1217" y="2603"/>
                  </a:lnTo>
                  <a:lnTo>
                    <a:pt x="1211" y="2627"/>
                  </a:lnTo>
                  <a:lnTo>
                    <a:pt x="1222" y="2649"/>
                  </a:lnTo>
                  <a:lnTo>
                    <a:pt x="1233" y="2670"/>
                  </a:lnTo>
                  <a:lnTo>
                    <a:pt x="1256" y="2709"/>
                  </a:lnTo>
                  <a:lnTo>
                    <a:pt x="1268" y="2725"/>
                  </a:lnTo>
                  <a:lnTo>
                    <a:pt x="1277" y="2741"/>
                  </a:lnTo>
                  <a:lnTo>
                    <a:pt x="1283" y="2752"/>
                  </a:lnTo>
                  <a:lnTo>
                    <a:pt x="1286" y="2768"/>
                  </a:lnTo>
                  <a:lnTo>
                    <a:pt x="1284" y="2785"/>
                  </a:lnTo>
                  <a:lnTo>
                    <a:pt x="1278" y="2800"/>
                  </a:lnTo>
                  <a:lnTo>
                    <a:pt x="1268" y="2810"/>
                  </a:lnTo>
                  <a:lnTo>
                    <a:pt x="1257" y="2817"/>
                  </a:lnTo>
                  <a:lnTo>
                    <a:pt x="1246" y="2821"/>
                  </a:lnTo>
                  <a:lnTo>
                    <a:pt x="1230" y="2822"/>
                  </a:lnTo>
                  <a:lnTo>
                    <a:pt x="1212" y="2823"/>
                  </a:lnTo>
                  <a:lnTo>
                    <a:pt x="1194" y="2822"/>
                  </a:lnTo>
                  <a:lnTo>
                    <a:pt x="1179" y="2821"/>
                  </a:lnTo>
                  <a:lnTo>
                    <a:pt x="1168" y="2818"/>
                  </a:lnTo>
                  <a:lnTo>
                    <a:pt x="1166" y="2818"/>
                  </a:lnTo>
                  <a:lnTo>
                    <a:pt x="1160" y="2817"/>
                  </a:lnTo>
                  <a:lnTo>
                    <a:pt x="1151" y="2815"/>
                  </a:lnTo>
                  <a:lnTo>
                    <a:pt x="1140" y="2811"/>
                  </a:lnTo>
                  <a:lnTo>
                    <a:pt x="1129" y="2804"/>
                  </a:lnTo>
                  <a:lnTo>
                    <a:pt x="1122" y="2798"/>
                  </a:lnTo>
                  <a:lnTo>
                    <a:pt x="1114" y="2791"/>
                  </a:lnTo>
                  <a:lnTo>
                    <a:pt x="1108" y="2784"/>
                  </a:lnTo>
                  <a:lnTo>
                    <a:pt x="1104" y="2772"/>
                  </a:lnTo>
                  <a:lnTo>
                    <a:pt x="1100" y="2746"/>
                  </a:lnTo>
                  <a:lnTo>
                    <a:pt x="1098" y="2738"/>
                  </a:lnTo>
                  <a:lnTo>
                    <a:pt x="1095" y="2734"/>
                  </a:lnTo>
                  <a:lnTo>
                    <a:pt x="1094" y="2734"/>
                  </a:lnTo>
                  <a:lnTo>
                    <a:pt x="1092" y="2735"/>
                  </a:lnTo>
                  <a:lnTo>
                    <a:pt x="1089" y="2735"/>
                  </a:lnTo>
                  <a:lnTo>
                    <a:pt x="1085" y="2737"/>
                  </a:lnTo>
                  <a:lnTo>
                    <a:pt x="1082" y="2737"/>
                  </a:lnTo>
                  <a:lnTo>
                    <a:pt x="1078" y="2736"/>
                  </a:lnTo>
                  <a:lnTo>
                    <a:pt x="1071" y="2732"/>
                  </a:lnTo>
                  <a:lnTo>
                    <a:pt x="1063" y="2728"/>
                  </a:lnTo>
                  <a:lnTo>
                    <a:pt x="1053" y="2722"/>
                  </a:lnTo>
                  <a:lnTo>
                    <a:pt x="1047" y="2717"/>
                  </a:lnTo>
                  <a:lnTo>
                    <a:pt x="1042" y="2713"/>
                  </a:lnTo>
                  <a:lnTo>
                    <a:pt x="1040" y="2708"/>
                  </a:lnTo>
                  <a:lnTo>
                    <a:pt x="1038" y="2697"/>
                  </a:lnTo>
                  <a:lnTo>
                    <a:pt x="1037" y="2685"/>
                  </a:lnTo>
                  <a:lnTo>
                    <a:pt x="1036" y="2670"/>
                  </a:lnTo>
                  <a:lnTo>
                    <a:pt x="1036" y="2652"/>
                  </a:lnTo>
                  <a:lnTo>
                    <a:pt x="1035" y="2636"/>
                  </a:lnTo>
                  <a:lnTo>
                    <a:pt x="1035" y="2621"/>
                  </a:lnTo>
                  <a:lnTo>
                    <a:pt x="1030" y="2617"/>
                  </a:lnTo>
                  <a:lnTo>
                    <a:pt x="1024" y="2615"/>
                  </a:lnTo>
                  <a:lnTo>
                    <a:pt x="1019" y="2611"/>
                  </a:lnTo>
                  <a:lnTo>
                    <a:pt x="1006" y="2600"/>
                  </a:lnTo>
                  <a:lnTo>
                    <a:pt x="994" y="2585"/>
                  </a:lnTo>
                  <a:lnTo>
                    <a:pt x="985" y="2567"/>
                  </a:lnTo>
                  <a:lnTo>
                    <a:pt x="978" y="2549"/>
                  </a:lnTo>
                  <a:lnTo>
                    <a:pt x="972" y="2530"/>
                  </a:lnTo>
                  <a:lnTo>
                    <a:pt x="968" y="2514"/>
                  </a:lnTo>
                  <a:lnTo>
                    <a:pt x="965" y="2501"/>
                  </a:lnTo>
                  <a:lnTo>
                    <a:pt x="960" y="2487"/>
                  </a:lnTo>
                  <a:lnTo>
                    <a:pt x="949" y="2474"/>
                  </a:lnTo>
                  <a:lnTo>
                    <a:pt x="936" y="2464"/>
                  </a:lnTo>
                  <a:lnTo>
                    <a:pt x="925" y="2451"/>
                  </a:lnTo>
                  <a:lnTo>
                    <a:pt x="914" y="2437"/>
                  </a:lnTo>
                  <a:lnTo>
                    <a:pt x="911" y="2427"/>
                  </a:lnTo>
                  <a:lnTo>
                    <a:pt x="907" y="2409"/>
                  </a:lnTo>
                  <a:lnTo>
                    <a:pt x="904" y="2387"/>
                  </a:lnTo>
                  <a:lnTo>
                    <a:pt x="899" y="2359"/>
                  </a:lnTo>
                  <a:lnTo>
                    <a:pt x="896" y="2328"/>
                  </a:lnTo>
                  <a:lnTo>
                    <a:pt x="891" y="2294"/>
                  </a:lnTo>
                  <a:lnTo>
                    <a:pt x="888" y="2259"/>
                  </a:lnTo>
                  <a:lnTo>
                    <a:pt x="883" y="2224"/>
                  </a:lnTo>
                  <a:lnTo>
                    <a:pt x="880" y="2190"/>
                  </a:lnTo>
                  <a:lnTo>
                    <a:pt x="876" y="2159"/>
                  </a:lnTo>
                  <a:lnTo>
                    <a:pt x="871" y="2131"/>
                  </a:lnTo>
                  <a:lnTo>
                    <a:pt x="868" y="2107"/>
                  </a:lnTo>
                  <a:lnTo>
                    <a:pt x="863" y="2079"/>
                  </a:lnTo>
                  <a:lnTo>
                    <a:pt x="856" y="2046"/>
                  </a:lnTo>
                  <a:lnTo>
                    <a:pt x="849" y="2011"/>
                  </a:lnTo>
                  <a:lnTo>
                    <a:pt x="843" y="1975"/>
                  </a:lnTo>
                  <a:lnTo>
                    <a:pt x="836" y="1938"/>
                  </a:lnTo>
                  <a:lnTo>
                    <a:pt x="827" y="1902"/>
                  </a:lnTo>
                  <a:lnTo>
                    <a:pt x="820" y="1867"/>
                  </a:lnTo>
                  <a:lnTo>
                    <a:pt x="814" y="1837"/>
                  </a:lnTo>
                  <a:lnTo>
                    <a:pt x="807" y="1811"/>
                  </a:lnTo>
                  <a:lnTo>
                    <a:pt x="802" y="1791"/>
                  </a:lnTo>
                  <a:lnTo>
                    <a:pt x="795" y="1768"/>
                  </a:lnTo>
                  <a:lnTo>
                    <a:pt x="788" y="1743"/>
                  </a:lnTo>
                  <a:lnTo>
                    <a:pt x="760" y="1662"/>
                  </a:lnTo>
                  <a:lnTo>
                    <a:pt x="751" y="1639"/>
                  </a:lnTo>
                  <a:lnTo>
                    <a:pt x="742" y="1619"/>
                  </a:lnTo>
                  <a:lnTo>
                    <a:pt x="732" y="1605"/>
                  </a:lnTo>
                  <a:lnTo>
                    <a:pt x="725" y="1593"/>
                  </a:lnTo>
                  <a:lnTo>
                    <a:pt x="717" y="1575"/>
                  </a:lnTo>
                  <a:lnTo>
                    <a:pt x="708" y="1553"/>
                  </a:lnTo>
                  <a:lnTo>
                    <a:pt x="698" y="1527"/>
                  </a:lnTo>
                  <a:lnTo>
                    <a:pt x="688" y="1501"/>
                  </a:lnTo>
                  <a:lnTo>
                    <a:pt x="678" y="1474"/>
                  </a:lnTo>
                  <a:lnTo>
                    <a:pt x="669" y="1448"/>
                  </a:lnTo>
                  <a:lnTo>
                    <a:pt x="661" y="1424"/>
                  </a:lnTo>
                  <a:lnTo>
                    <a:pt x="655" y="1404"/>
                  </a:lnTo>
                  <a:lnTo>
                    <a:pt x="650" y="1389"/>
                  </a:lnTo>
                  <a:lnTo>
                    <a:pt x="647" y="1379"/>
                  </a:lnTo>
                  <a:lnTo>
                    <a:pt x="644" y="1375"/>
                  </a:lnTo>
                  <a:lnTo>
                    <a:pt x="642" y="1377"/>
                  </a:lnTo>
                  <a:lnTo>
                    <a:pt x="640" y="1384"/>
                  </a:lnTo>
                  <a:lnTo>
                    <a:pt x="638" y="1396"/>
                  </a:lnTo>
                  <a:lnTo>
                    <a:pt x="636" y="1411"/>
                  </a:lnTo>
                  <a:lnTo>
                    <a:pt x="633" y="1427"/>
                  </a:lnTo>
                  <a:lnTo>
                    <a:pt x="629" y="1446"/>
                  </a:lnTo>
                  <a:lnTo>
                    <a:pt x="625" y="1465"/>
                  </a:lnTo>
                  <a:lnTo>
                    <a:pt x="616" y="1488"/>
                  </a:lnTo>
                  <a:lnTo>
                    <a:pt x="607" y="1517"/>
                  </a:lnTo>
                  <a:lnTo>
                    <a:pt x="597" y="1550"/>
                  </a:lnTo>
                  <a:lnTo>
                    <a:pt x="585" y="1584"/>
                  </a:lnTo>
                  <a:lnTo>
                    <a:pt x="572" y="1619"/>
                  </a:lnTo>
                  <a:lnTo>
                    <a:pt x="561" y="1654"/>
                  </a:lnTo>
                  <a:lnTo>
                    <a:pt x="548" y="1686"/>
                  </a:lnTo>
                  <a:lnTo>
                    <a:pt x="538" y="1712"/>
                  </a:lnTo>
                  <a:lnTo>
                    <a:pt x="526" y="1743"/>
                  </a:lnTo>
                  <a:lnTo>
                    <a:pt x="516" y="1774"/>
                  </a:lnTo>
                  <a:lnTo>
                    <a:pt x="507" y="1807"/>
                  </a:lnTo>
                  <a:lnTo>
                    <a:pt x="499" y="1838"/>
                  </a:lnTo>
                  <a:lnTo>
                    <a:pt x="492" y="1867"/>
                  </a:lnTo>
                  <a:lnTo>
                    <a:pt x="485" y="1892"/>
                  </a:lnTo>
                  <a:lnTo>
                    <a:pt x="479" y="1911"/>
                  </a:lnTo>
                  <a:lnTo>
                    <a:pt x="474" y="1923"/>
                  </a:lnTo>
                  <a:lnTo>
                    <a:pt x="469" y="1942"/>
                  </a:lnTo>
                  <a:lnTo>
                    <a:pt x="463" y="1964"/>
                  </a:lnTo>
                  <a:lnTo>
                    <a:pt x="458" y="1990"/>
                  </a:lnTo>
                  <a:lnTo>
                    <a:pt x="451" y="2019"/>
                  </a:lnTo>
                  <a:lnTo>
                    <a:pt x="444" y="2051"/>
                  </a:lnTo>
                  <a:lnTo>
                    <a:pt x="437" y="2083"/>
                  </a:lnTo>
                  <a:lnTo>
                    <a:pt x="431" y="2116"/>
                  </a:lnTo>
                  <a:lnTo>
                    <a:pt x="424" y="2146"/>
                  </a:lnTo>
                  <a:lnTo>
                    <a:pt x="418" y="2175"/>
                  </a:lnTo>
                  <a:lnTo>
                    <a:pt x="414" y="2201"/>
                  </a:lnTo>
                  <a:lnTo>
                    <a:pt x="410" y="2222"/>
                  </a:lnTo>
                  <a:lnTo>
                    <a:pt x="407" y="2238"/>
                  </a:lnTo>
                  <a:lnTo>
                    <a:pt x="402" y="2265"/>
                  </a:lnTo>
                  <a:lnTo>
                    <a:pt x="390" y="2328"/>
                  </a:lnTo>
                  <a:lnTo>
                    <a:pt x="383" y="2358"/>
                  </a:lnTo>
                  <a:lnTo>
                    <a:pt x="377" y="2386"/>
                  </a:lnTo>
                  <a:lnTo>
                    <a:pt x="368" y="2408"/>
                  </a:lnTo>
                  <a:lnTo>
                    <a:pt x="361" y="2423"/>
                  </a:lnTo>
                  <a:lnTo>
                    <a:pt x="353" y="2438"/>
                  </a:lnTo>
                  <a:lnTo>
                    <a:pt x="349" y="2452"/>
                  </a:lnTo>
                  <a:lnTo>
                    <a:pt x="346" y="2467"/>
                  </a:lnTo>
                  <a:lnTo>
                    <a:pt x="346" y="2531"/>
                  </a:lnTo>
                  <a:lnTo>
                    <a:pt x="345" y="2557"/>
                  </a:lnTo>
                  <a:lnTo>
                    <a:pt x="341" y="2579"/>
                  </a:lnTo>
                  <a:lnTo>
                    <a:pt x="332" y="2599"/>
                  </a:lnTo>
                  <a:lnTo>
                    <a:pt x="326" y="2608"/>
                  </a:lnTo>
                  <a:lnTo>
                    <a:pt x="315" y="2617"/>
                  </a:lnTo>
                  <a:lnTo>
                    <a:pt x="302" y="2629"/>
                  </a:lnTo>
                  <a:lnTo>
                    <a:pt x="287" y="2639"/>
                  </a:lnTo>
                  <a:lnTo>
                    <a:pt x="286" y="2654"/>
                  </a:lnTo>
                  <a:lnTo>
                    <a:pt x="285" y="2671"/>
                  </a:lnTo>
                  <a:lnTo>
                    <a:pt x="284" y="2688"/>
                  </a:lnTo>
                  <a:lnTo>
                    <a:pt x="283" y="2702"/>
                  </a:lnTo>
                  <a:lnTo>
                    <a:pt x="283" y="2714"/>
                  </a:lnTo>
                  <a:lnTo>
                    <a:pt x="281" y="2720"/>
                  </a:lnTo>
                  <a:lnTo>
                    <a:pt x="278" y="2724"/>
                  </a:lnTo>
                  <a:lnTo>
                    <a:pt x="269" y="2730"/>
                  </a:lnTo>
                  <a:lnTo>
                    <a:pt x="258" y="2736"/>
                  </a:lnTo>
                  <a:lnTo>
                    <a:pt x="248" y="2739"/>
                  </a:lnTo>
                  <a:lnTo>
                    <a:pt x="234" y="2742"/>
                  </a:lnTo>
                  <a:lnTo>
                    <a:pt x="222" y="2743"/>
                  </a:lnTo>
                  <a:lnTo>
                    <a:pt x="214" y="2745"/>
                  </a:lnTo>
                  <a:lnTo>
                    <a:pt x="211" y="2748"/>
                  </a:lnTo>
                  <a:lnTo>
                    <a:pt x="210" y="2753"/>
                  </a:lnTo>
                  <a:lnTo>
                    <a:pt x="208" y="2760"/>
                  </a:lnTo>
                  <a:lnTo>
                    <a:pt x="208" y="2768"/>
                  </a:lnTo>
                  <a:lnTo>
                    <a:pt x="206" y="2778"/>
                  </a:lnTo>
                  <a:lnTo>
                    <a:pt x="203" y="2785"/>
                  </a:lnTo>
                  <a:lnTo>
                    <a:pt x="193" y="2793"/>
                  </a:lnTo>
                  <a:lnTo>
                    <a:pt x="183" y="2802"/>
                  </a:lnTo>
                  <a:lnTo>
                    <a:pt x="169" y="2810"/>
                  </a:lnTo>
                  <a:lnTo>
                    <a:pt x="154" y="2820"/>
                  </a:lnTo>
                  <a:lnTo>
                    <a:pt x="140" y="2827"/>
                  </a:lnTo>
                  <a:lnTo>
                    <a:pt x="127" y="2832"/>
                  </a:lnTo>
                  <a:lnTo>
                    <a:pt x="109" y="2837"/>
                  </a:lnTo>
                  <a:lnTo>
                    <a:pt x="88" y="2838"/>
                  </a:lnTo>
                  <a:lnTo>
                    <a:pt x="67" y="2838"/>
                  </a:lnTo>
                  <a:lnTo>
                    <a:pt x="47" y="2837"/>
                  </a:lnTo>
                  <a:lnTo>
                    <a:pt x="29" y="2837"/>
                  </a:lnTo>
                  <a:lnTo>
                    <a:pt x="23" y="2836"/>
                  </a:lnTo>
                  <a:lnTo>
                    <a:pt x="15" y="2835"/>
                  </a:lnTo>
                  <a:lnTo>
                    <a:pt x="6" y="2832"/>
                  </a:lnTo>
                  <a:lnTo>
                    <a:pt x="1" y="2829"/>
                  </a:lnTo>
                  <a:lnTo>
                    <a:pt x="0" y="2823"/>
                  </a:lnTo>
                  <a:lnTo>
                    <a:pt x="0" y="2815"/>
                  </a:lnTo>
                  <a:lnTo>
                    <a:pt x="2" y="2808"/>
                  </a:lnTo>
                  <a:lnTo>
                    <a:pt x="6" y="2800"/>
                  </a:lnTo>
                  <a:lnTo>
                    <a:pt x="8" y="2794"/>
                  </a:lnTo>
                  <a:lnTo>
                    <a:pt x="11" y="2786"/>
                  </a:lnTo>
                  <a:lnTo>
                    <a:pt x="16" y="2772"/>
                  </a:lnTo>
                  <a:lnTo>
                    <a:pt x="21" y="2757"/>
                  </a:lnTo>
                  <a:lnTo>
                    <a:pt x="28" y="2742"/>
                  </a:lnTo>
                  <a:lnTo>
                    <a:pt x="36" y="2729"/>
                  </a:lnTo>
                  <a:lnTo>
                    <a:pt x="42" y="2722"/>
                  </a:lnTo>
                  <a:lnTo>
                    <a:pt x="48" y="2710"/>
                  </a:lnTo>
                  <a:lnTo>
                    <a:pt x="58" y="2695"/>
                  </a:lnTo>
                  <a:lnTo>
                    <a:pt x="68" y="2680"/>
                  </a:lnTo>
                  <a:lnTo>
                    <a:pt x="79" y="2663"/>
                  </a:lnTo>
                  <a:lnTo>
                    <a:pt x="89" y="2646"/>
                  </a:lnTo>
                  <a:lnTo>
                    <a:pt x="98" y="2631"/>
                  </a:lnTo>
                  <a:lnTo>
                    <a:pt x="105" y="2620"/>
                  </a:lnTo>
                  <a:lnTo>
                    <a:pt x="102" y="2611"/>
                  </a:lnTo>
                  <a:lnTo>
                    <a:pt x="102" y="2601"/>
                  </a:lnTo>
                  <a:lnTo>
                    <a:pt x="104" y="2589"/>
                  </a:lnTo>
                  <a:lnTo>
                    <a:pt x="113" y="2564"/>
                  </a:lnTo>
                  <a:lnTo>
                    <a:pt x="117" y="2551"/>
                  </a:lnTo>
                  <a:lnTo>
                    <a:pt x="118" y="2542"/>
                  </a:lnTo>
                  <a:lnTo>
                    <a:pt x="115" y="2535"/>
                  </a:lnTo>
                  <a:lnTo>
                    <a:pt x="106" y="2528"/>
                  </a:lnTo>
                  <a:lnTo>
                    <a:pt x="95" y="2518"/>
                  </a:lnTo>
                  <a:lnTo>
                    <a:pt x="89" y="2509"/>
                  </a:lnTo>
                  <a:lnTo>
                    <a:pt x="86" y="2495"/>
                  </a:lnTo>
                  <a:lnTo>
                    <a:pt x="86" y="2477"/>
                  </a:lnTo>
                  <a:lnTo>
                    <a:pt x="88" y="2456"/>
                  </a:lnTo>
                  <a:lnTo>
                    <a:pt x="91" y="2431"/>
                  </a:lnTo>
                  <a:lnTo>
                    <a:pt x="96" y="2404"/>
                  </a:lnTo>
                  <a:lnTo>
                    <a:pt x="102" y="2378"/>
                  </a:lnTo>
                  <a:lnTo>
                    <a:pt x="106" y="2349"/>
                  </a:lnTo>
                  <a:lnTo>
                    <a:pt x="117" y="2294"/>
                  </a:lnTo>
                  <a:lnTo>
                    <a:pt x="130" y="2243"/>
                  </a:lnTo>
                  <a:lnTo>
                    <a:pt x="144" y="2193"/>
                  </a:lnTo>
                  <a:lnTo>
                    <a:pt x="157" y="2142"/>
                  </a:lnTo>
                  <a:lnTo>
                    <a:pt x="163" y="2118"/>
                  </a:lnTo>
                  <a:lnTo>
                    <a:pt x="170" y="2093"/>
                  </a:lnTo>
                  <a:lnTo>
                    <a:pt x="178" y="2066"/>
                  </a:lnTo>
                  <a:lnTo>
                    <a:pt x="185" y="2038"/>
                  </a:lnTo>
                  <a:lnTo>
                    <a:pt x="199" y="1985"/>
                  </a:lnTo>
                  <a:lnTo>
                    <a:pt x="205" y="1961"/>
                  </a:lnTo>
                  <a:lnTo>
                    <a:pt x="211" y="1940"/>
                  </a:lnTo>
                  <a:lnTo>
                    <a:pt x="215" y="1924"/>
                  </a:lnTo>
                  <a:lnTo>
                    <a:pt x="218" y="1912"/>
                  </a:lnTo>
                  <a:lnTo>
                    <a:pt x="220" y="1898"/>
                  </a:lnTo>
                  <a:lnTo>
                    <a:pt x="220" y="1883"/>
                  </a:lnTo>
                  <a:lnTo>
                    <a:pt x="218" y="1867"/>
                  </a:lnTo>
                  <a:lnTo>
                    <a:pt x="217" y="1850"/>
                  </a:lnTo>
                  <a:lnTo>
                    <a:pt x="219" y="1830"/>
                  </a:lnTo>
                  <a:lnTo>
                    <a:pt x="223" y="1809"/>
                  </a:lnTo>
                  <a:lnTo>
                    <a:pt x="229" y="1786"/>
                  </a:lnTo>
                  <a:lnTo>
                    <a:pt x="232" y="1759"/>
                  </a:lnTo>
                  <a:lnTo>
                    <a:pt x="232" y="1731"/>
                  </a:lnTo>
                  <a:lnTo>
                    <a:pt x="230" y="1703"/>
                  </a:lnTo>
                  <a:lnTo>
                    <a:pt x="228" y="1678"/>
                  </a:lnTo>
                  <a:lnTo>
                    <a:pt x="225" y="1654"/>
                  </a:lnTo>
                  <a:lnTo>
                    <a:pt x="223" y="1639"/>
                  </a:lnTo>
                  <a:lnTo>
                    <a:pt x="225" y="1619"/>
                  </a:lnTo>
                  <a:lnTo>
                    <a:pt x="226" y="1596"/>
                  </a:lnTo>
                  <a:lnTo>
                    <a:pt x="229" y="1572"/>
                  </a:lnTo>
                  <a:lnTo>
                    <a:pt x="234" y="1547"/>
                  </a:lnTo>
                  <a:lnTo>
                    <a:pt x="239" y="1522"/>
                  </a:lnTo>
                  <a:lnTo>
                    <a:pt x="242" y="1498"/>
                  </a:lnTo>
                  <a:lnTo>
                    <a:pt x="247" y="1479"/>
                  </a:lnTo>
                  <a:lnTo>
                    <a:pt x="249" y="1462"/>
                  </a:lnTo>
                  <a:lnTo>
                    <a:pt x="250" y="1451"/>
                  </a:lnTo>
                  <a:lnTo>
                    <a:pt x="250" y="1430"/>
                  </a:lnTo>
                  <a:lnTo>
                    <a:pt x="248" y="1405"/>
                  </a:lnTo>
                  <a:lnTo>
                    <a:pt x="247" y="1377"/>
                  </a:lnTo>
                  <a:lnTo>
                    <a:pt x="248" y="1347"/>
                  </a:lnTo>
                  <a:lnTo>
                    <a:pt x="252" y="1318"/>
                  </a:lnTo>
                  <a:lnTo>
                    <a:pt x="257" y="1295"/>
                  </a:lnTo>
                  <a:lnTo>
                    <a:pt x="259" y="1269"/>
                  </a:lnTo>
                  <a:lnTo>
                    <a:pt x="261" y="1240"/>
                  </a:lnTo>
                  <a:lnTo>
                    <a:pt x="235" y="1231"/>
                  </a:lnTo>
                  <a:lnTo>
                    <a:pt x="211" y="1223"/>
                  </a:lnTo>
                  <a:lnTo>
                    <a:pt x="190" y="1215"/>
                  </a:lnTo>
                  <a:lnTo>
                    <a:pt x="170" y="1208"/>
                  </a:lnTo>
                  <a:lnTo>
                    <a:pt x="156" y="1203"/>
                  </a:lnTo>
                  <a:lnTo>
                    <a:pt x="146" y="1198"/>
                  </a:lnTo>
                  <a:lnTo>
                    <a:pt x="141" y="1197"/>
                  </a:lnTo>
                  <a:lnTo>
                    <a:pt x="140" y="1194"/>
                  </a:lnTo>
                  <a:lnTo>
                    <a:pt x="141" y="1186"/>
                  </a:lnTo>
                  <a:lnTo>
                    <a:pt x="145" y="1174"/>
                  </a:lnTo>
                  <a:lnTo>
                    <a:pt x="150" y="1160"/>
                  </a:lnTo>
                  <a:lnTo>
                    <a:pt x="168" y="1111"/>
                  </a:lnTo>
                  <a:lnTo>
                    <a:pt x="172" y="1096"/>
                  </a:lnTo>
                  <a:lnTo>
                    <a:pt x="176" y="1083"/>
                  </a:lnTo>
                  <a:lnTo>
                    <a:pt x="178" y="1072"/>
                  </a:lnTo>
                  <a:lnTo>
                    <a:pt x="183" y="1055"/>
                  </a:lnTo>
                  <a:lnTo>
                    <a:pt x="190" y="1036"/>
                  </a:lnTo>
                  <a:lnTo>
                    <a:pt x="197" y="1013"/>
                  </a:lnTo>
                  <a:lnTo>
                    <a:pt x="205" y="989"/>
                  </a:lnTo>
                  <a:lnTo>
                    <a:pt x="213" y="966"/>
                  </a:lnTo>
                  <a:lnTo>
                    <a:pt x="221" y="944"/>
                  </a:lnTo>
                  <a:lnTo>
                    <a:pt x="228" y="923"/>
                  </a:lnTo>
                  <a:lnTo>
                    <a:pt x="235" y="905"/>
                  </a:lnTo>
                  <a:lnTo>
                    <a:pt x="240" y="892"/>
                  </a:lnTo>
                  <a:lnTo>
                    <a:pt x="243" y="884"/>
                  </a:lnTo>
                  <a:lnTo>
                    <a:pt x="246" y="875"/>
                  </a:lnTo>
                  <a:lnTo>
                    <a:pt x="247" y="869"/>
                  </a:lnTo>
                  <a:lnTo>
                    <a:pt x="247" y="866"/>
                  </a:lnTo>
                  <a:lnTo>
                    <a:pt x="244" y="865"/>
                  </a:lnTo>
                  <a:lnTo>
                    <a:pt x="243" y="863"/>
                  </a:lnTo>
                  <a:lnTo>
                    <a:pt x="243" y="860"/>
                  </a:lnTo>
                  <a:lnTo>
                    <a:pt x="249" y="842"/>
                  </a:lnTo>
                  <a:lnTo>
                    <a:pt x="254" y="830"/>
                  </a:lnTo>
                  <a:lnTo>
                    <a:pt x="259" y="816"/>
                  </a:lnTo>
                  <a:lnTo>
                    <a:pt x="266" y="803"/>
                  </a:lnTo>
                  <a:lnTo>
                    <a:pt x="271" y="791"/>
                  </a:lnTo>
                  <a:lnTo>
                    <a:pt x="278" y="776"/>
                  </a:lnTo>
                  <a:lnTo>
                    <a:pt x="285" y="759"/>
                  </a:lnTo>
                  <a:lnTo>
                    <a:pt x="301" y="719"/>
                  </a:lnTo>
                  <a:lnTo>
                    <a:pt x="308" y="699"/>
                  </a:lnTo>
                  <a:lnTo>
                    <a:pt x="315" y="682"/>
                  </a:lnTo>
                  <a:lnTo>
                    <a:pt x="321" y="668"/>
                  </a:lnTo>
                  <a:lnTo>
                    <a:pt x="324" y="659"/>
                  </a:lnTo>
                  <a:lnTo>
                    <a:pt x="328" y="648"/>
                  </a:lnTo>
                  <a:lnTo>
                    <a:pt x="328" y="641"/>
                  </a:lnTo>
                  <a:lnTo>
                    <a:pt x="326" y="638"/>
                  </a:lnTo>
                  <a:lnTo>
                    <a:pt x="323" y="637"/>
                  </a:lnTo>
                  <a:lnTo>
                    <a:pt x="320" y="635"/>
                  </a:lnTo>
                  <a:lnTo>
                    <a:pt x="314" y="634"/>
                  </a:lnTo>
                  <a:lnTo>
                    <a:pt x="305" y="632"/>
                  </a:lnTo>
                  <a:lnTo>
                    <a:pt x="297" y="627"/>
                  </a:lnTo>
                  <a:lnTo>
                    <a:pt x="284" y="619"/>
                  </a:lnTo>
                  <a:lnTo>
                    <a:pt x="270" y="615"/>
                  </a:lnTo>
                  <a:lnTo>
                    <a:pt x="265" y="610"/>
                  </a:lnTo>
                  <a:lnTo>
                    <a:pt x="258" y="599"/>
                  </a:lnTo>
                  <a:lnTo>
                    <a:pt x="241" y="558"/>
                  </a:lnTo>
                  <a:lnTo>
                    <a:pt x="236" y="547"/>
                  </a:lnTo>
                  <a:lnTo>
                    <a:pt x="233" y="535"/>
                  </a:lnTo>
                  <a:lnTo>
                    <a:pt x="232" y="521"/>
                  </a:lnTo>
                  <a:lnTo>
                    <a:pt x="230" y="505"/>
                  </a:lnTo>
                  <a:lnTo>
                    <a:pt x="229" y="490"/>
                  </a:lnTo>
                  <a:lnTo>
                    <a:pt x="228" y="477"/>
                  </a:lnTo>
                  <a:lnTo>
                    <a:pt x="227" y="470"/>
                  </a:lnTo>
                  <a:lnTo>
                    <a:pt x="226" y="462"/>
                  </a:lnTo>
                  <a:lnTo>
                    <a:pt x="223" y="451"/>
                  </a:lnTo>
                  <a:lnTo>
                    <a:pt x="222" y="437"/>
                  </a:lnTo>
                  <a:lnTo>
                    <a:pt x="222" y="425"/>
                  </a:lnTo>
                  <a:lnTo>
                    <a:pt x="225" y="417"/>
                  </a:lnTo>
                  <a:lnTo>
                    <a:pt x="227" y="411"/>
                  </a:lnTo>
                  <a:lnTo>
                    <a:pt x="228" y="401"/>
                  </a:lnTo>
                  <a:lnTo>
                    <a:pt x="229" y="388"/>
                  </a:lnTo>
                  <a:lnTo>
                    <a:pt x="229" y="374"/>
                  </a:lnTo>
                  <a:lnTo>
                    <a:pt x="228" y="362"/>
                  </a:lnTo>
                  <a:lnTo>
                    <a:pt x="223" y="344"/>
                  </a:lnTo>
                  <a:lnTo>
                    <a:pt x="226" y="333"/>
                  </a:lnTo>
                  <a:lnTo>
                    <a:pt x="230" y="323"/>
                  </a:lnTo>
                  <a:lnTo>
                    <a:pt x="236" y="313"/>
                  </a:lnTo>
                  <a:lnTo>
                    <a:pt x="242" y="309"/>
                  </a:lnTo>
                  <a:lnTo>
                    <a:pt x="247" y="303"/>
                  </a:lnTo>
                  <a:lnTo>
                    <a:pt x="249" y="295"/>
                  </a:lnTo>
                  <a:lnTo>
                    <a:pt x="249" y="281"/>
                  </a:lnTo>
                  <a:lnTo>
                    <a:pt x="251" y="260"/>
                  </a:lnTo>
                  <a:lnTo>
                    <a:pt x="254" y="249"/>
                  </a:lnTo>
                  <a:lnTo>
                    <a:pt x="256" y="244"/>
                  </a:lnTo>
                  <a:lnTo>
                    <a:pt x="257" y="238"/>
                  </a:lnTo>
                  <a:lnTo>
                    <a:pt x="256" y="226"/>
                  </a:lnTo>
                  <a:lnTo>
                    <a:pt x="255" y="212"/>
                  </a:lnTo>
                  <a:lnTo>
                    <a:pt x="255" y="180"/>
                  </a:lnTo>
                  <a:lnTo>
                    <a:pt x="257" y="159"/>
                  </a:lnTo>
                  <a:lnTo>
                    <a:pt x="264" y="137"/>
                  </a:lnTo>
                  <a:lnTo>
                    <a:pt x="273" y="118"/>
                  </a:lnTo>
                  <a:lnTo>
                    <a:pt x="284" y="104"/>
                  </a:lnTo>
                  <a:lnTo>
                    <a:pt x="294" y="97"/>
                  </a:lnTo>
                  <a:lnTo>
                    <a:pt x="309" y="91"/>
                  </a:lnTo>
                  <a:lnTo>
                    <a:pt x="329" y="86"/>
                  </a:lnTo>
                  <a:lnTo>
                    <a:pt x="349" y="84"/>
                  </a:lnTo>
                  <a:lnTo>
                    <a:pt x="367" y="82"/>
                  </a:lnTo>
                  <a:lnTo>
                    <a:pt x="400" y="80"/>
                  </a:lnTo>
                  <a:lnTo>
                    <a:pt x="419" y="77"/>
                  </a:lnTo>
                  <a:lnTo>
                    <a:pt x="440" y="75"/>
                  </a:lnTo>
                  <a:lnTo>
                    <a:pt x="460" y="73"/>
                  </a:lnTo>
                  <a:lnTo>
                    <a:pt x="479" y="71"/>
                  </a:lnTo>
                  <a:lnTo>
                    <a:pt x="492" y="70"/>
                  </a:lnTo>
                  <a:lnTo>
                    <a:pt x="504" y="68"/>
                  </a:lnTo>
                  <a:lnTo>
                    <a:pt x="513" y="61"/>
                  </a:lnTo>
                  <a:lnTo>
                    <a:pt x="523" y="53"/>
                  </a:lnTo>
                  <a:lnTo>
                    <a:pt x="528" y="45"/>
                  </a:lnTo>
                  <a:lnTo>
                    <a:pt x="533" y="38"/>
                  </a:lnTo>
                  <a:lnTo>
                    <a:pt x="534" y="35"/>
                  </a:lnTo>
                  <a:lnTo>
                    <a:pt x="538" y="30"/>
                  </a:lnTo>
                  <a:lnTo>
                    <a:pt x="542" y="20"/>
                  </a:lnTo>
                  <a:lnTo>
                    <a:pt x="546" y="12"/>
                  </a:lnTo>
                  <a:lnTo>
                    <a:pt x="552" y="0"/>
                  </a:lnTo>
                  <a:close/>
                </a:path>
              </a:pathLst>
            </a:custGeom>
            <a:grpFill/>
            <a:ln w="0">
              <a:noFill/>
              <a:prstDash val="solid"/>
              <a:round/>
            </a:ln>
          </p:spPr>
          <p:txBody>
            <a:bodyPr vert="horz" wrap="square" lIns="91416" tIns="45708" rIns="91416" bIns="45708" numCol="1" anchor="t" anchorCtr="0" compatLnSpc="1"/>
            <a:lstStyle/>
            <a:p>
              <a:endParaRPr lang="en-US" sz="2400"/>
            </a:p>
          </p:txBody>
        </p:sp>
      </p:grpSp>
      <p:grpSp>
        <p:nvGrpSpPr>
          <p:cNvPr id="9" name="Group 8"/>
          <p:cNvGrpSpPr/>
          <p:nvPr/>
        </p:nvGrpSpPr>
        <p:grpSpPr>
          <a:xfrm>
            <a:off x="5626436" y="3349961"/>
            <a:ext cx="5714999" cy="1259474"/>
            <a:chOff x="3427412" y="4495800"/>
            <a:chExt cx="5715000" cy="1259474"/>
          </a:xfrm>
        </p:grpSpPr>
        <p:sp>
          <p:nvSpPr>
            <p:cNvPr id="10" name="TextBox 9"/>
            <p:cNvSpPr txBox="1"/>
            <p:nvPr/>
          </p:nvSpPr>
          <p:spPr>
            <a:xfrm>
              <a:off x="3458925" y="4579205"/>
              <a:ext cx="5651997" cy="1015663"/>
            </a:xfrm>
            <a:prstGeom prst="rect">
              <a:avLst/>
            </a:prstGeom>
            <a:noFill/>
          </p:spPr>
          <p:txBody>
            <a:bodyPr wrap="none" rtlCol="0" anchor="ctr">
              <a:spAutoFit/>
            </a:bodyPr>
            <a:lstStyle/>
            <a:p>
              <a:pPr algn="ctr"/>
              <a:r>
                <a:rPr lang="en-US" sz="6000" b="1" dirty="0" smtClean="0">
                  <a:solidFill>
                    <a:prstClr val="white"/>
                  </a:solidFill>
                  <a:latin typeface="Segoe UI Light" panose="020B0502040204020203" pitchFamily="34" charset="0"/>
                </a:rPr>
                <a:t>Project Overview</a:t>
              </a:r>
              <a:endParaRPr lang="en-US" sz="6000" b="1" dirty="0">
                <a:solidFill>
                  <a:prstClr val="white"/>
                </a:solidFill>
                <a:latin typeface="Segoe UI Light" panose="020B0502040204020203" pitchFamily="34" charset="0"/>
              </a:endParaRPr>
            </a:p>
          </p:txBody>
        </p:sp>
        <p:grpSp>
          <p:nvGrpSpPr>
            <p:cNvPr id="11" name="Group 10"/>
            <p:cNvGrpSpPr/>
            <p:nvPr/>
          </p:nvGrpSpPr>
          <p:grpSpPr>
            <a:xfrm>
              <a:off x="3427412" y="4495800"/>
              <a:ext cx="5715000" cy="1259474"/>
              <a:chOff x="3427412" y="4495800"/>
              <a:chExt cx="5715000" cy="1259474"/>
            </a:xfrm>
          </p:grpSpPr>
          <p:cxnSp>
            <p:nvCxnSpPr>
              <p:cNvPr id="12" name="Straight Connector 11"/>
              <p:cNvCxnSpPr/>
              <p:nvPr/>
            </p:nvCxnSpPr>
            <p:spPr>
              <a:xfrm>
                <a:off x="3427412" y="4495800"/>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27412" y="5753686"/>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306" y="76200"/>
            <a:ext cx="11074400" cy="1143000"/>
          </a:xfrm>
        </p:spPr>
        <p:txBody>
          <a:bodyPr/>
          <a:lstStyle/>
          <a:p>
            <a:r>
              <a:rPr lang="en-US" u="sng" dirty="0" smtClean="0">
                <a:solidFill>
                  <a:schemeClr val="bg1"/>
                </a:solidFill>
              </a:rPr>
              <a:t>Project:</a:t>
            </a:r>
            <a:endParaRPr lang="en-US" u="sng" dirty="0">
              <a:solidFill>
                <a:schemeClr val="bg1"/>
              </a:solidFill>
            </a:endParaRPr>
          </a:p>
        </p:txBody>
      </p:sp>
      <p:sp>
        <p:nvSpPr>
          <p:cNvPr id="3" name="TextBox 2"/>
          <p:cNvSpPr txBox="1"/>
          <p:nvPr/>
        </p:nvSpPr>
        <p:spPr>
          <a:xfrm>
            <a:off x="457200" y="1371600"/>
            <a:ext cx="6534150" cy="5631180"/>
          </a:xfrm>
          <a:prstGeom prst="rect">
            <a:avLst/>
          </a:prstGeom>
          <a:noFill/>
        </p:spPr>
        <p:txBody>
          <a:bodyPr wrap="square" rtlCol="0">
            <a:spAutoFit/>
          </a:bodyPr>
          <a:lstStyle/>
          <a:p>
            <a:endParaRPr lang="en-US" dirty="0">
              <a:solidFill>
                <a:schemeClr val="bg1"/>
              </a:solidFill>
            </a:endParaRPr>
          </a:p>
          <a:p>
            <a:r>
              <a:rPr lang="en-US" sz="2800" b="1" dirty="0">
                <a:solidFill>
                  <a:schemeClr val="bg1"/>
                </a:solidFill>
              </a:rPr>
              <a:t>Device Purpose</a:t>
            </a:r>
            <a:r>
              <a:rPr lang="en-US" sz="2800" dirty="0">
                <a:solidFill>
                  <a:schemeClr val="bg1"/>
                </a:solidFill>
              </a:rPr>
              <a:t>: Prevent over-powering of sensitive appliances, reduce electrical hardwares, reduce fire risks, promote energy conservation, home automation, remote accessibility, enhance better appliance control.</a:t>
            </a:r>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r>
              <a:rPr lang="en-US" sz="2800" b="1" dirty="0">
                <a:solidFill>
                  <a:schemeClr val="bg1"/>
                </a:solidFill>
              </a:rPr>
              <a:t>Features</a:t>
            </a:r>
            <a:r>
              <a:rPr lang="en-US" sz="2800" dirty="0">
                <a:solidFill>
                  <a:schemeClr val="bg1"/>
                </a:solidFill>
              </a:rPr>
              <a:t>: Scheduled automatic shutdown, Bluetooth and IoT remote control, aligning with sustainability goals</a:t>
            </a:r>
            <a:endParaRPr lang="en-US" sz="2800" dirty="0">
              <a:solidFill>
                <a:schemeClr val="bg1"/>
              </a:solidFill>
            </a:endParaRPr>
          </a:p>
          <a:p>
            <a:endParaRPr lang="en-US" sz="2800" dirty="0">
              <a:solidFill>
                <a:schemeClr val="bg1"/>
              </a:solidFill>
            </a:endParaRPr>
          </a:p>
        </p:txBody>
      </p:sp>
      <p:pic>
        <p:nvPicPr>
          <p:cNvPr id="101" name="Picture 100"/>
          <p:cNvPicPr/>
          <p:nvPr/>
        </p:nvPicPr>
        <p:blipFill>
          <a:blip r:embed="rId1"/>
          <a:stretch>
            <a:fillRect/>
          </a:stretch>
        </p:blipFill>
        <p:spPr>
          <a:xfrm>
            <a:off x="7705725" y="3733800"/>
            <a:ext cx="3727450" cy="2863850"/>
          </a:xfrm>
          <a:prstGeom prst="rect">
            <a:avLst/>
          </a:prstGeom>
          <a:noFill/>
          <a:ln w="9525">
            <a:noFill/>
          </a:ln>
        </p:spPr>
      </p:pic>
      <p:pic>
        <p:nvPicPr>
          <p:cNvPr id="103" name="Picture 102"/>
          <p:cNvPicPr/>
          <p:nvPr/>
        </p:nvPicPr>
        <p:blipFill>
          <a:blip r:embed="rId2"/>
          <a:srcRect l="9641" t="5714" r="12410" b="14286"/>
          <a:stretch>
            <a:fillRect/>
          </a:stretch>
        </p:blipFill>
        <p:spPr>
          <a:xfrm>
            <a:off x="7705725" y="1066800"/>
            <a:ext cx="2062480" cy="2209800"/>
          </a:xfrm>
          <a:prstGeom prst="rect">
            <a:avLst/>
          </a:prstGeom>
          <a:noFill/>
          <a:ln w="9525">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Oval 307"/>
          <p:cNvSpPr/>
          <p:nvPr/>
        </p:nvSpPr>
        <p:spPr>
          <a:xfrm>
            <a:off x="2133601" y="5334003"/>
            <a:ext cx="3415567" cy="114621"/>
          </a:xfrm>
          <a:prstGeom prst="ellipse">
            <a:avLst/>
          </a:prstGeom>
          <a:gradFill flip="none" rotWithShape="1">
            <a:gsLst>
              <a:gs pos="0">
                <a:schemeClr val="tx1"/>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algn="ctr" defTabSz="914400">
              <a:defRPr/>
            </a:pPr>
            <a:endParaRPr lang="en-US" sz="1800" kern="0">
              <a:solidFill>
                <a:sysClr val="window" lastClr="FFFFFF"/>
              </a:solidFill>
            </a:endParaRPr>
          </a:p>
        </p:txBody>
      </p:sp>
      <p:sp>
        <p:nvSpPr>
          <p:cNvPr id="309" name="Content Placeholder 4"/>
          <p:cNvSpPr txBox="1"/>
          <p:nvPr/>
        </p:nvSpPr>
        <p:spPr>
          <a:xfrm>
            <a:off x="7071860"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6" name="Group 22"/>
          <p:cNvGrpSpPr/>
          <p:nvPr/>
        </p:nvGrpSpPr>
        <p:grpSpPr>
          <a:xfrm>
            <a:off x="3401060" y="3170203"/>
            <a:ext cx="880645" cy="2218049"/>
            <a:chOff x="4413250" y="1588"/>
            <a:chExt cx="2041525" cy="5141912"/>
          </a:xfrm>
          <a:solidFill>
            <a:schemeClr val="tx1">
              <a:alpha val="65000"/>
            </a:schemeClr>
          </a:solidFill>
          <a:effectLst/>
        </p:grpSpPr>
        <p:sp>
          <p:nvSpPr>
            <p:cNvPr id="7" name="Freeform 13"/>
            <p:cNvSpPr/>
            <p:nvPr/>
          </p:nvSpPr>
          <p:spPr bwMode="auto">
            <a:xfrm>
              <a:off x="5189538" y="1588"/>
              <a:ext cx="522288" cy="833438"/>
            </a:xfrm>
            <a:custGeom>
              <a:avLst/>
              <a:gdLst/>
              <a:ahLst/>
              <a:cxnLst>
                <a:cxn ang="0">
                  <a:pos x="159" y="0"/>
                </a:cxn>
                <a:cxn ang="0">
                  <a:pos x="198" y="5"/>
                </a:cxn>
                <a:cxn ang="0">
                  <a:pos x="236" y="15"/>
                </a:cxn>
                <a:cxn ang="0">
                  <a:pos x="260" y="32"/>
                </a:cxn>
                <a:cxn ang="0">
                  <a:pos x="272" y="49"/>
                </a:cxn>
                <a:cxn ang="0">
                  <a:pos x="279" y="62"/>
                </a:cxn>
                <a:cxn ang="0">
                  <a:pos x="289" y="87"/>
                </a:cxn>
                <a:cxn ang="0">
                  <a:pos x="301" y="130"/>
                </a:cxn>
                <a:cxn ang="0">
                  <a:pos x="305" y="155"/>
                </a:cxn>
                <a:cxn ang="0">
                  <a:pos x="306" y="183"/>
                </a:cxn>
                <a:cxn ang="0">
                  <a:pos x="307" y="201"/>
                </a:cxn>
                <a:cxn ang="0">
                  <a:pos x="312" y="198"/>
                </a:cxn>
                <a:cxn ang="0">
                  <a:pos x="319" y="194"/>
                </a:cxn>
                <a:cxn ang="0">
                  <a:pos x="325" y="198"/>
                </a:cxn>
                <a:cxn ang="0">
                  <a:pos x="329" y="218"/>
                </a:cxn>
                <a:cxn ang="0">
                  <a:pos x="328" y="240"/>
                </a:cxn>
                <a:cxn ang="0">
                  <a:pos x="322" y="269"/>
                </a:cxn>
                <a:cxn ang="0">
                  <a:pos x="316" y="290"/>
                </a:cxn>
                <a:cxn ang="0">
                  <a:pos x="313" y="296"/>
                </a:cxn>
                <a:cxn ang="0">
                  <a:pos x="309" y="296"/>
                </a:cxn>
                <a:cxn ang="0">
                  <a:pos x="304" y="292"/>
                </a:cxn>
                <a:cxn ang="0">
                  <a:pos x="299" y="291"/>
                </a:cxn>
                <a:cxn ang="0">
                  <a:pos x="298" y="298"/>
                </a:cxn>
                <a:cxn ang="0">
                  <a:pos x="293" y="315"/>
                </a:cxn>
                <a:cxn ang="0">
                  <a:pos x="279" y="351"/>
                </a:cxn>
                <a:cxn ang="0">
                  <a:pos x="274" y="368"/>
                </a:cxn>
                <a:cxn ang="0">
                  <a:pos x="272" y="398"/>
                </a:cxn>
                <a:cxn ang="0">
                  <a:pos x="274" y="428"/>
                </a:cxn>
                <a:cxn ang="0">
                  <a:pos x="181" y="525"/>
                </a:cxn>
                <a:cxn ang="0">
                  <a:pos x="126" y="483"/>
                </a:cxn>
                <a:cxn ang="0">
                  <a:pos x="112" y="470"/>
                </a:cxn>
                <a:cxn ang="0">
                  <a:pos x="93" y="450"/>
                </a:cxn>
                <a:cxn ang="0">
                  <a:pos x="76" y="432"/>
                </a:cxn>
                <a:cxn ang="0">
                  <a:pos x="71" y="418"/>
                </a:cxn>
                <a:cxn ang="0">
                  <a:pos x="64" y="389"/>
                </a:cxn>
                <a:cxn ang="0">
                  <a:pos x="56" y="350"/>
                </a:cxn>
                <a:cxn ang="0">
                  <a:pos x="49" y="321"/>
                </a:cxn>
                <a:cxn ang="0">
                  <a:pos x="46" y="308"/>
                </a:cxn>
                <a:cxn ang="0">
                  <a:pos x="39" y="299"/>
                </a:cxn>
                <a:cxn ang="0">
                  <a:pos x="35" y="306"/>
                </a:cxn>
                <a:cxn ang="0">
                  <a:pos x="25" y="305"/>
                </a:cxn>
                <a:cxn ang="0">
                  <a:pos x="18" y="292"/>
                </a:cxn>
                <a:cxn ang="0">
                  <a:pos x="10" y="271"/>
                </a:cxn>
                <a:cxn ang="0">
                  <a:pos x="3" y="254"/>
                </a:cxn>
                <a:cxn ang="0">
                  <a:pos x="0" y="230"/>
                </a:cxn>
                <a:cxn ang="0">
                  <a:pos x="2" y="207"/>
                </a:cxn>
                <a:cxn ang="0">
                  <a:pos x="8" y="204"/>
                </a:cxn>
                <a:cxn ang="0">
                  <a:pos x="17" y="213"/>
                </a:cxn>
                <a:cxn ang="0">
                  <a:pos x="24" y="222"/>
                </a:cxn>
                <a:cxn ang="0">
                  <a:pos x="24" y="220"/>
                </a:cxn>
                <a:cxn ang="0">
                  <a:pos x="23" y="207"/>
                </a:cxn>
                <a:cxn ang="0">
                  <a:pos x="22" y="178"/>
                </a:cxn>
                <a:cxn ang="0">
                  <a:pos x="23" y="144"/>
                </a:cxn>
                <a:cxn ang="0">
                  <a:pos x="27" y="96"/>
                </a:cxn>
                <a:cxn ang="0">
                  <a:pos x="31" y="80"/>
                </a:cxn>
                <a:cxn ang="0">
                  <a:pos x="43" y="60"/>
                </a:cxn>
                <a:cxn ang="0">
                  <a:pos x="57" y="37"/>
                </a:cxn>
                <a:cxn ang="0">
                  <a:pos x="67" y="23"/>
                </a:cxn>
                <a:cxn ang="0">
                  <a:pos x="87" y="13"/>
                </a:cxn>
                <a:cxn ang="0">
                  <a:pos x="116" y="5"/>
                </a:cxn>
                <a:cxn ang="0">
                  <a:pos x="141" y="0"/>
                </a:cxn>
              </a:cxnLst>
              <a:rect l="0" t="0" r="r" b="b"/>
              <a:pathLst>
                <a:path w="329" h="525">
                  <a:moveTo>
                    <a:pt x="141" y="0"/>
                  </a:moveTo>
                  <a:lnTo>
                    <a:pt x="159" y="0"/>
                  </a:lnTo>
                  <a:lnTo>
                    <a:pt x="177" y="1"/>
                  </a:lnTo>
                  <a:lnTo>
                    <a:pt x="198" y="5"/>
                  </a:lnTo>
                  <a:lnTo>
                    <a:pt x="220" y="9"/>
                  </a:lnTo>
                  <a:lnTo>
                    <a:pt x="236" y="15"/>
                  </a:lnTo>
                  <a:lnTo>
                    <a:pt x="249" y="22"/>
                  </a:lnTo>
                  <a:lnTo>
                    <a:pt x="260" y="32"/>
                  </a:lnTo>
                  <a:lnTo>
                    <a:pt x="267" y="41"/>
                  </a:lnTo>
                  <a:lnTo>
                    <a:pt x="272" y="49"/>
                  </a:lnTo>
                  <a:lnTo>
                    <a:pt x="276" y="55"/>
                  </a:lnTo>
                  <a:lnTo>
                    <a:pt x="279" y="62"/>
                  </a:lnTo>
                  <a:lnTo>
                    <a:pt x="284" y="73"/>
                  </a:lnTo>
                  <a:lnTo>
                    <a:pt x="289" y="87"/>
                  </a:lnTo>
                  <a:lnTo>
                    <a:pt x="298" y="118"/>
                  </a:lnTo>
                  <a:lnTo>
                    <a:pt x="301" y="130"/>
                  </a:lnTo>
                  <a:lnTo>
                    <a:pt x="304" y="142"/>
                  </a:lnTo>
                  <a:lnTo>
                    <a:pt x="305" y="155"/>
                  </a:lnTo>
                  <a:lnTo>
                    <a:pt x="305" y="169"/>
                  </a:lnTo>
                  <a:lnTo>
                    <a:pt x="306" y="183"/>
                  </a:lnTo>
                  <a:lnTo>
                    <a:pt x="306" y="200"/>
                  </a:lnTo>
                  <a:lnTo>
                    <a:pt x="307" y="201"/>
                  </a:lnTo>
                  <a:lnTo>
                    <a:pt x="309" y="200"/>
                  </a:lnTo>
                  <a:lnTo>
                    <a:pt x="312" y="198"/>
                  </a:lnTo>
                  <a:lnTo>
                    <a:pt x="315" y="196"/>
                  </a:lnTo>
                  <a:lnTo>
                    <a:pt x="319" y="194"/>
                  </a:lnTo>
                  <a:lnTo>
                    <a:pt x="321" y="193"/>
                  </a:lnTo>
                  <a:lnTo>
                    <a:pt x="325" y="198"/>
                  </a:lnTo>
                  <a:lnTo>
                    <a:pt x="328" y="206"/>
                  </a:lnTo>
                  <a:lnTo>
                    <a:pt x="329" y="218"/>
                  </a:lnTo>
                  <a:lnTo>
                    <a:pt x="329" y="227"/>
                  </a:lnTo>
                  <a:lnTo>
                    <a:pt x="328" y="240"/>
                  </a:lnTo>
                  <a:lnTo>
                    <a:pt x="326" y="255"/>
                  </a:lnTo>
                  <a:lnTo>
                    <a:pt x="322" y="269"/>
                  </a:lnTo>
                  <a:lnTo>
                    <a:pt x="319" y="282"/>
                  </a:lnTo>
                  <a:lnTo>
                    <a:pt x="316" y="290"/>
                  </a:lnTo>
                  <a:lnTo>
                    <a:pt x="314" y="293"/>
                  </a:lnTo>
                  <a:lnTo>
                    <a:pt x="313" y="296"/>
                  </a:lnTo>
                  <a:lnTo>
                    <a:pt x="311" y="297"/>
                  </a:lnTo>
                  <a:lnTo>
                    <a:pt x="309" y="296"/>
                  </a:lnTo>
                  <a:lnTo>
                    <a:pt x="305" y="293"/>
                  </a:lnTo>
                  <a:lnTo>
                    <a:pt x="304" y="292"/>
                  </a:lnTo>
                  <a:lnTo>
                    <a:pt x="301" y="291"/>
                  </a:lnTo>
                  <a:lnTo>
                    <a:pt x="299" y="291"/>
                  </a:lnTo>
                  <a:lnTo>
                    <a:pt x="299" y="294"/>
                  </a:lnTo>
                  <a:lnTo>
                    <a:pt x="298" y="298"/>
                  </a:lnTo>
                  <a:lnTo>
                    <a:pt x="298" y="301"/>
                  </a:lnTo>
                  <a:lnTo>
                    <a:pt x="293" y="315"/>
                  </a:lnTo>
                  <a:lnTo>
                    <a:pt x="284" y="339"/>
                  </a:lnTo>
                  <a:lnTo>
                    <a:pt x="279" y="351"/>
                  </a:lnTo>
                  <a:lnTo>
                    <a:pt x="276" y="361"/>
                  </a:lnTo>
                  <a:lnTo>
                    <a:pt x="274" y="368"/>
                  </a:lnTo>
                  <a:lnTo>
                    <a:pt x="272" y="375"/>
                  </a:lnTo>
                  <a:lnTo>
                    <a:pt x="272" y="398"/>
                  </a:lnTo>
                  <a:lnTo>
                    <a:pt x="274" y="411"/>
                  </a:lnTo>
                  <a:lnTo>
                    <a:pt x="274" y="428"/>
                  </a:lnTo>
                  <a:lnTo>
                    <a:pt x="255" y="489"/>
                  </a:lnTo>
                  <a:lnTo>
                    <a:pt x="181" y="525"/>
                  </a:lnTo>
                  <a:lnTo>
                    <a:pt x="129" y="485"/>
                  </a:lnTo>
                  <a:lnTo>
                    <a:pt x="126" y="483"/>
                  </a:lnTo>
                  <a:lnTo>
                    <a:pt x="121" y="478"/>
                  </a:lnTo>
                  <a:lnTo>
                    <a:pt x="112" y="470"/>
                  </a:lnTo>
                  <a:lnTo>
                    <a:pt x="102" y="461"/>
                  </a:lnTo>
                  <a:lnTo>
                    <a:pt x="93" y="450"/>
                  </a:lnTo>
                  <a:lnTo>
                    <a:pt x="83" y="441"/>
                  </a:lnTo>
                  <a:lnTo>
                    <a:pt x="76" y="432"/>
                  </a:lnTo>
                  <a:lnTo>
                    <a:pt x="73" y="426"/>
                  </a:lnTo>
                  <a:lnTo>
                    <a:pt x="71" y="418"/>
                  </a:lnTo>
                  <a:lnTo>
                    <a:pt x="67" y="405"/>
                  </a:lnTo>
                  <a:lnTo>
                    <a:pt x="64" y="389"/>
                  </a:lnTo>
                  <a:lnTo>
                    <a:pt x="59" y="369"/>
                  </a:lnTo>
                  <a:lnTo>
                    <a:pt x="56" y="350"/>
                  </a:lnTo>
                  <a:lnTo>
                    <a:pt x="52" y="334"/>
                  </a:lnTo>
                  <a:lnTo>
                    <a:pt x="49" y="321"/>
                  </a:lnTo>
                  <a:lnTo>
                    <a:pt x="47" y="313"/>
                  </a:lnTo>
                  <a:lnTo>
                    <a:pt x="46" y="308"/>
                  </a:lnTo>
                  <a:lnTo>
                    <a:pt x="45" y="305"/>
                  </a:lnTo>
                  <a:lnTo>
                    <a:pt x="39" y="299"/>
                  </a:lnTo>
                  <a:lnTo>
                    <a:pt x="37" y="301"/>
                  </a:lnTo>
                  <a:lnTo>
                    <a:pt x="35" y="306"/>
                  </a:lnTo>
                  <a:lnTo>
                    <a:pt x="29" y="306"/>
                  </a:lnTo>
                  <a:lnTo>
                    <a:pt x="25" y="305"/>
                  </a:lnTo>
                  <a:lnTo>
                    <a:pt x="22" y="300"/>
                  </a:lnTo>
                  <a:lnTo>
                    <a:pt x="18" y="292"/>
                  </a:lnTo>
                  <a:lnTo>
                    <a:pt x="15" y="283"/>
                  </a:lnTo>
                  <a:lnTo>
                    <a:pt x="10" y="271"/>
                  </a:lnTo>
                  <a:lnTo>
                    <a:pt x="7" y="262"/>
                  </a:lnTo>
                  <a:lnTo>
                    <a:pt x="3" y="254"/>
                  </a:lnTo>
                  <a:lnTo>
                    <a:pt x="0" y="243"/>
                  </a:lnTo>
                  <a:lnTo>
                    <a:pt x="0" y="230"/>
                  </a:lnTo>
                  <a:lnTo>
                    <a:pt x="1" y="218"/>
                  </a:lnTo>
                  <a:lnTo>
                    <a:pt x="2" y="207"/>
                  </a:lnTo>
                  <a:lnTo>
                    <a:pt x="5" y="204"/>
                  </a:lnTo>
                  <a:lnTo>
                    <a:pt x="8" y="204"/>
                  </a:lnTo>
                  <a:lnTo>
                    <a:pt x="13" y="207"/>
                  </a:lnTo>
                  <a:lnTo>
                    <a:pt x="17" y="213"/>
                  </a:lnTo>
                  <a:lnTo>
                    <a:pt x="22" y="218"/>
                  </a:lnTo>
                  <a:lnTo>
                    <a:pt x="24" y="222"/>
                  </a:lnTo>
                  <a:lnTo>
                    <a:pt x="25" y="223"/>
                  </a:lnTo>
                  <a:lnTo>
                    <a:pt x="24" y="220"/>
                  </a:lnTo>
                  <a:lnTo>
                    <a:pt x="24" y="214"/>
                  </a:lnTo>
                  <a:lnTo>
                    <a:pt x="23" y="207"/>
                  </a:lnTo>
                  <a:lnTo>
                    <a:pt x="22" y="201"/>
                  </a:lnTo>
                  <a:lnTo>
                    <a:pt x="22" y="178"/>
                  </a:lnTo>
                  <a:lnTo>
                    <a:pt x="23" y="162"/>
                  </a:lnTo>
                  <a:lnTo>
                    <a:pt x="23" y="144"/>
                  </a:lnTo>
                  <a:lnTo>
                    <a:pt x="25" y="110"/>
                  </a:lnTo>
                  <a:lnTo>
                    <a:pt x="27" y="96"/>
                  </a:lnTo>
                  <a:lnTo>
                    <a:pt x="28" y="87"/>
                  </a:lnTo>
                  <a:lnTo>
                    <a:pt x="31" y="80"/>
                  </a:lnTo>
                  <a:lnTo>
                    <a:pt x="36" y="70"/>
                  </a:lnTo>
                  <a:lnTo>
                    <a:pt x="43" y="60"/>
                  </a:lnTo>
                  <a:lnTo>
                    <a:pt x="50" y="48"/>
                  </a:lnTo>
                  <a:lnTo>
                    <a:pt x="57" y="37"/>
                  </a:lnTo>
                  <a:lnTo>
                    <a:pt x="63" y="29"/>
                  </a:lnTo>
                  <a:lnTo>
                    <a:pt x="67" y="23"/>
                  </a:lnTo>
                  <a:lnTo>
                    <a:pt x="74" y="19"/>
                  </a:lnTo>
                  <a:lnTo>
                    <a:pt x="87" y="13"/>
                  </a:lnTo>
                  <a:lnTo>
                    <a:pt x="102" y="8"/>
                  </a:lnTo>
                  <a:lnTo>
                    <a:pt x="116" y="5"/>
                  </a:lnTo>
                  <a:lnTo>
                    <a:pt x="129" y="1"/>
                  </a:lnTo>
                  <a:lnTo>
                    <a:pt x="141" y="0"/>
                  </a:lnTo>
                  <a:close/>
                </a:path>
              </a:pathLst>
            </a:custGeom>
            <a:grpFill/>
            <a:ln w="0">
              <a:noFill/>
              <a:prstDash val="solid"/>
              <a:round/>
            </a:ln>
          </p:spPr>
          <p:txBody>
            <a:bodyPr vert="horz" wrap="square" lIns="91416" tIns="45708" rIns="91416" bIns="45708" numCol="1" anchor="t" anchorCtr="0" compatLnSpc="1"/>
            <a:lstStyle/>
            <a:p>
              <a:endParaRPr lang="en-US" sz="2400"/>
            </a:p>
          </p:txBody>
        </p:sp>
        <p:sp>
          <p:nvSpPr>
            <p:cNvPr id="8" name="Freeform 14"/>
            <p:cNvSpPr>
              <a:spLocks noEditPoints="1"/>
            </p:cNvSpPr>
            <p:nvPr/>
          </p:nvSpPr>
          <p:spPr bwMode="auto">
            <a:xfrm>
              <a:off x="4413250" y="638175"/>
              <a:ext cx="2041525" cy="4505325"/>
            </a:xfrm>
            <a:custGeom>
              <a:avLst/>
              <a:gdLst/>
              <a:ahLst/>
              <a:cxnLst>
                <a:cxn ang="0">
                  <a:pos x="622" y="852"/>
                </a:cxn>
                <a:cxn ang="0">
                  <a:pos x="758" y="867"/>
                </a:cxn>
                <a:cxn ang="0">
                  <a:pos x="702" y="726"/>
                </a:cxn>
                <a:cxn ang="0">
                  <a:pos x="579" y="68"/>
                </a:cxn>
                <a:cxn ang="0">
                  <a:pos x="674" y="274"/>
                </a:cxn>
                <a:cxn ang="0">
                  <a:pos x="706" y="375"/>
                </a:cxn>
                <a:cxn ang="0">
                  <a:pos x="753" y="100"/>
                </a:cxn>
                <a:cxn ang="0">
                  <a:pos x="789" y="54"/>
                </a:cxn>
                <a:cxn ang="0">
                  <a:pos x="892" y="102"/>
                </a:cxn>
                <a:cxn ang="0">
                  <a:pos x="1052" y="155"/>
                </a:cxn>
                <a:cxn ang="0">
                  <a:pos x="1066" y="241"/>
                </a:cxn>
                <a:cxn ang="0">
                  <a:pos x="1085" y="302"/>
                </a:cxn>
                <a:cxn ang="0">
                  <a:pos x="1125" y="396"/>
                </a:cxn>
                <a:cxn ang="0">
                  <a:pos x="1117" y="552"/>
                </a:cxn>
                <a:cxn ang="0">
                  <a:pos x="1005" y="615"/>
                </a:cxn>
                <a:cxn ang="0">
                  <a:pos x="1018" y="744"/>
                </a:cxn>
                <a:cxn ang="0">
                  <a:pos x="1070" y="911"/>
                </a:cxn>
                <a:cxn ang="0">
                  <a:pos x="1096" y="1052"/>
                </a:cxn>
                <a:cxn ang="0">
                  <a:pos x="1125" y="1267"/>
                </a:cxn>
                <a:cxn ang="0">
                  <a:pos x="1037" y="1409"/>
                </a:cxn>
                <a:cxn ang="0">
                  <a:pos x="1058" y="1682"/>
                </a:cxn>
                <a:cxn ang="0">
                  <a:pos x="1117" y="2030"/>
                </a:cxn>
                <a:cxn ang="0">
                  <a:pos x="1172" y="2349"/>
                </a:cxn>
                <a:cxn ang="0">
                  <a:pos x="1232" y="2504"/>
                </a:cxn>
                <a:cxn ang="0">
                  <a:pos x="1268" y="2725"/>
                </a:cxn>
                <a:cxn ang="0">
                  <a:pos x="1212" y="2823"/>
                </a:cxn>
                <a:cxn ang="0">
                  <a:pos x="1114" y="2791"/>
                </a:cxn>
                <a:cxn ang="0">
                  <a:pos x="1082" y="2737"/>
                </a:cxn>
                <a:cxn ang="0">
                  <a:pos x="1036" y="2670"/>
                </a:cxn>
                <a:cxn ang="0">
                  <a:pos x="978" y="2549"/>
                </a:cxn>
                <a:cxn ang="0">
                  <a:pos x="907" y="2409"/>
                </a:cxn>
                <a:cxn ang="0">
                  <a:pos x="868" y="2107"/>
                </a:cxn>
                <a:cxn ang="0">
                  <a:pos x="802" y="1791"/>
                </a:cxn>
                <a:cxn ang="0">
                  <a:pos x="698" y="1527"/>
                </a:cxn>
                <a:cxn ang="0">
                  <a:pos x="640" y="1384"/>
                </a:cxn>
                <a:cxn ang="0">
                  <a:pos x="572" y="1619"/>
                </a:cxn>
                <a:cxn ang="0">
                  <a:pos x="479" y="1911"/>
                </a:cxn>
                <a:cxn ang="0">
                  <a:pos x="418" y="2175"/>
                </a:cxn>
                <a:cxn ang="0">
                  <a:pos x="353" y="2438"/>
                </a:cxn>
                <a:cxn ang="0">
                  <a:pos x="287" y="2639"/>
                </a:cxn>
                <a:cxn ang="0">
                  <a:pos x="248" y="2739"/>
                </a:cxn>
                <a:cxn ang="0">
                  <a:pos x="193" y="2793"/>
                </a:cxn>
                <a:cxn ang="0">
                  <a:pos x="29" y="2837"/>
                </a:cxn>
                <a:cxn ang="0">
                  <a:pos x="11" y="2786"/>
                </a:cxn>
                <a:cxn ang="0">
                  <a:pos x="89" y="2646"/>
                </a:cxn>
                <a:cxn ang="0">
                  <a:pos x="106" y="2528"/>
                </a:cxn>
                <a:cxn ang="0">
                  <a:pos x="117" y="2294"/>
                </a:cxn>
                <a:cxn ang="0">
                  <a:pos x="211" y="1940"/>
                </a:cxn>
                <a:cxn ang="0">
                  <a:pos x="232" y="1759"/>
                </a:cxn>
                <a:cxn ang="0">
                  <a:pos x="239" y="1522"/>
                </a:cxn>
                <a:cxn ang="0">
                  <a:pos x="257" y="1295"/>
                </a:cxn>
                <a:cxn ang="0">
                  <a:pos x="140" y="1194"/>
                </a:cxn>
                <a:cxn ang="0">
                  <a:pos x="197" y="1013"/>
                </a:cxn>
                <a:cxn ang="0">
                  <a:pos x="247" y="866"/>
                </a:cxn>
                <a:cxn ang="0">
                  <a:pos x="285" y="759"/>
                </a:cxn>
                <a:cxn ang="0">
                  <a:pos x="320" y="635"/>
                </a:cxn>
                <a:cxn ang="0">
                  <a:pos x="233" y="535"/>
                </a:cxn>
                <a:cxn ang="0">
                  <a:pos x="225" y="417"/>
                </a:cxn>
                <a:cxn ang="0">
                  <a:pos x="242" y="309"/>
                </a:cxn>
                <a:cxn ang="0">
                  <a:pos x="255" y="180"/>
                </a:cxn>
                <a:cxn ang="0">
                  <a:pos x="400" y="80"/>
                </a:cxn>
                <a:cxn ang="0">
                  <a:pos x="533" y="38"/>
                </a:cxn>
              </a:cxnLst>
              <a:rect l="0" t="0" r="r" b="b"/>
              <a:pathLst>
                <a:path w="1286" h="2838">
                  <a:moveTo>
                    <a:pt x="693" y="726"/>
                  </a:moveTo>
                  <a:lnTo>
                    <a:pt x="677" y="728"/>
                  </a:lnTo>
                  <a:lnTo>
                    <a:pt x="672" y="732"/>
                  </a:lnTo>
                  <a:lnTo>
                    <a:pt x="666" y="742"/>
                  </a:lnTo>
                  <a:lnTo>
                    <a:pt x="659" y="756"/>
                  </a:lnTo>
                  <a:lnTo>
                    <a:pt x="651" y="774"/>
                  </a:lnTo>
                  <a:lnTo>
                    <a:pt x="644" y="792"/>
                  </a:lnTo>
                  <a:lnTo>
                    <a:pt x="636" y="813"/>
                  </a:lnTo>
                  <a:lnTo>
                    <a:pt x="629" y="833"/>
                  </a:lnTo>
                  <a:lnTo>
                    <a:pt x="622" y="852"/>
                  </a:lnTo>
                  <a:lnTo>
                    <a:pt x="618" y="868"/>
                  </a:lnTo>
                  <a:lnTo>
                    <a:pt x="614" y="881"/>
                  </a:lnTo>
                  <a:lnTo>
                    <a:pt x="608" y="899"/>
                  </a:lnTo>
                  <a:lnTo>
                    <a:pt x="600" y="923"/>
                  </a:lnTo>
                  <a:lnTo>
                    <a:pt x="591" y="948"/>
                  </a:lnTo>
                  <a:lnTo>
                    <a:pt x="780" y="948"/>
                  </a:lnTo>
                  <a:lnTo>
                    <a:pt x="773" y="923"/>
                  </a:lnTo>
                  <a:lnTo>
                    <a:pt x="766" y="901"/>
                  </a:lnTo>
                  <a:lnTo>
                    <a:pt x="761" y="881"/>
                  </a:lnTo>
                  <a:lnTo>
                    <a:pt x="758" y="867"/>
                  </a:lnTo>
                  <a:lnTo>
                    <a:pt x="754" y="854"/>
                  </a:lnTo>
                  <a:lnTo>
                    <a:pt x="750" y="838"/>
                  </a:lnTo>
                  <a:lnTo>
                    <a:pt x="745" y="820"/>
                  </a:lnTo>
                  <a:lnTo>
                    <a:pt x="738" y="802"/>
                  </a:lnTo>
                  <a:lnTo>
                    <a:pt x="732" y="783"/>
                  </a:lnTo>
                  <a:lnTo>
                    <a:pt x="727" y="766"/>
                  </a:lnTo>
                  <a:lnTo>
                    <a:pt x="721" y="752"/>
                  </a:lnTo>
                  <a:lnTo>
                    <a:pt x="714" y="734"/>
                  </a:lnTo>
                  <a:lnTo>
                    <a:pt x="709" y="730"/>
                  </a:lnTo>
                  <a:lnTo>
                    <a:pt x="702" y="726"/>
                  </a:lnTo>
                  <a:lnTo>
                    <a:pt x="693" y="726"/>
                  </a:lnTo>
                  <a:close/>
                  <a:moveTo>
                    <a:pt x="552" y="0"/>
                  </a:moveTo>
                  <a:lnTo>
                    <a:pt x="555" y="2"/>
                  </a:lnTo>
                  <a:lnTo>
                    <a:pt x="556" y="9"/>
                  </a:lnTo>
                  <a:lnTo>
                    <a:pt x="556" y="19"/>
                  </a:lnTo>
                  <a:lnTo>
                    <a:pt x="557" y="31"/>
                  </a:lnTo>
                  <a:lnTo>
                    <a:pt x="561" y="40"/>
                  </a:lnTo>
                  <a:lnTo>
                    <a:pt x="564" y="46"/>
                  </a:lnTo>
                  <a:lnTo>
                    <a:pt x="571" y="56"/>
                  </a:lnTo>
                  <a:lnTo>
                    <a:pt x="579" y="68"/>
                  </a:lnTo>
                  <a:lnTo>
                    <a:pt x="589" y="81"/>
                  </a:lnTo>
                  <a:lnTo>
                    <a:pt x="599" y="96"/>
                  </a:lnTo>
                  <a:lnTo>
                    <a:pt x="608" y="111"/>
                  </a:lnTo>
                  <a:lnTo>
                    <a:pt x="619" y="131"/>
                  </a:lnTo>
                  <a:lnTo>
                    <a:pt x="632" y="156"/>
                  </a:lnTo>
                  <a:lnTo>
                    <a:pt x="643" y="183"/>
                  </a:lnTo>
                  <a:lnTo>
                    <a:pt x="654" y="210"/>
                  </a:lnTo>
                  <a:lnTo>
                    <a:pt x="663" y="234"/>
                  </a:lnTo>
                  <a:lnTo>
                    <a:pt x="669" y="253"/>
                  </a:lnTo>
                  <a:lnTo>
                    <a:pt x="674" y="274"/>
                  </a:lnTo>
                  <a:lnTo>
                    <a:pt x="684" y="316"/>
                  </a:lnTo>
                  <a:lnTo>
                    <a:pt x="688" y="335"/>
                  </a:lnTo>
                  <a:lnTo>
                    <a:pt x="692" y="351"/>
                  </a:lnTo>
                  <a:lnTo>
                    <a:pt x="693" y="362"/>
                  </a:lnTo>
                  <a:lnTo>
                    <a:pt x="693" y="368"/>
                  </a:lnTo>
                  <a:lnTo>
                    <a:pt x="694" y="373"/>
                  </a:lnTo>
                  <a:lnTo>
                    <a:pt x="696" y="377"/>
                  </a:lnTo>
                  <a:lnTo>
                    <a:pt x="698" y="378"/>
                  </a:lnTo>
                  <a:lnTo>
                    <a:pt x="705" y="378"/>
                  </a:lnTo>
                  <a:lnTo>
                    <a:pt x="706" y="375"/>
                  </a:lnTo>
                  <a:lnTo>
                    <a:pt x="706" y="346"/>
                  </a:lnTo>
                  <a:lnTo>
                    <a:pt x="708" y="327"/>
                  </a:lnTo>
                  <a:lnTo>
                    <a:pt x="710" y="305"/>
                  </a:lnTo>
                  <a:lnTo>
                    <a:pt x="721" y="232"/>
                  </a:lnTo>
                  <a:lnTo>
                    <a:pt x="725" y="213"/>
                  </a:lnTo>
                  <a:lnTo>
                    <a:pt x="730" y="191"/>
                  </a:lnTo>
                  <a:lnTo>
                    <a:pt x="736" y="168"/>
                  </a:lnTo>
                  <a:lnTo>
                    <a:pt x="742" y="143"/>
                  </a:lnTo>
                  <a:lnTo>
                    <a:pt x="747" y="121"/>
                  </a:lnTo>
                  <a:lnTo>
                    <a:pt x="753" y="100"/>
                  </a:lnTo>
                  <a:lnTo>
                    <a:pt x="758" y="84"/>
                  </a:lnTo>
                  <a:lnTo>
                    <a:pt x="763" y="73"/>
                  </a:lnTo>
                  <a:lnTo>
                    <a:pt x="767" y="55"/>
                  </a:lnTo>
                  <a:lnTo>
                    <a:pt x="768" y="39"/>
                  </a:lnTo>
                  <a:lnTo>
                    <a:pt x="767" y="26"/>
                  </a:lnTo>
                  <a:lnTo>
                    <a:pt x="766" y="17"/>
                  </a:lnTo>
                  <a:lnTo>
                    <a:pt x="767" y="16"/>
                  </a:lnTo>
                  <a:lnTo>
                    <a:pt x="769" y="19"/>
                  </a:lnTo>
                  <a:lnTo>
                    <a:pt x="778" y="35"/>
                  </a:lnTo>
                  <a:lnTo>
                    <a:pt x="789" y="54"/>
                  </a:lnTo>
                  <a:lnTo>
                    <a:pt x="794" y="61"/>
                  </a:lnTo>
                  <a:lnTo>
                    <a:pt x="801" y="69"/>
                  </a:lnTo>
                  <a:lnTo>
                    <a:pt x="810" y="76"/>
                  </a:lnTo>
                  <a:lnTo>
                    <a:pt x="818" y="83"/>
                  </a:lnTo>
                  <a:lnTo>
                    <a:pt x="825" y="88"/>
                  </a:lnTo>
                  <a:lnTo>
                    <a:pt x="827" y="89"/>
                  </a:lnTo>
                  <a:lnTo>
                    <a:pt x="837" y="92"/>
                  </a:lnTo>
                  <a:lnTo>
                    <a:pt x="851" y="96"/>
                  </a:lnTo>
                  <a:lnTo>
                    <a:pt x="870" y="99"/>
                  </a:lnTo>
                  <a:lnTo>
                    <a:pt x="892" y="102"/>
                  </a:lnTo>
                  <a:lnTo>
                    <a:pt x="916" y="104"/>
                  </a:lnTo>
                  <a:lnTo>
                    <a:pt x="940" y="106"/>
                  </a:lnTo>
                  <a:lnTo>
                    <a:pt x="963" y="109"/>
                  </a:lnTo>
                  <a:lnTo>
                    <a:pt x="983" y="110"/>
                  </a:lnTo>
                  <a:lnTo>
                    <a:pt x="1000" y="112"/>
                  </a:lnTo>
                  <a:lnTo>
                    <a:pt x="1018" y="117"/>
                  </a:lnTo>
                  <a:lnTo>
                    <a:pt x="1030" y="124"/>
                  </a:lnTo>
                  <a:lnTo>
                    <a:pt x="1040" y="133"/>
                  </a:lnTo>
                  <a:lnTo>
                    <a:pt x="1047" y="143"/>
                  </a:lnTo>
                  <a:lnTo>
                    <a:pt x="1052" y="155"/>
                  </a:lnTo>
                  <a:lnTo>
                    <a:pt x="1055" y="166"/>
                  </a:lnTo>
                  <a:lnTo>
                    <a:pt x="1057" y="175"/>
                  </a:lnTo>
                  <a:lnTo>
                    <a:pt x="1058" y="187"/>
                  </a:lnTo>
                  <a:lnTo>
                    <a:pt x="1056" y="199"/>
                  </a:lnTo>
                  <a:lnTo>
                    <a:pt x="1053" y="211"/>
                  </a:lnTo>
                  <a:lnTo>
                    <a:pt x="1050" y="220"/>
                  </a:lnTo>
                  <a:lnTo>
                    <a:pt x="1048" y="226"/>
                  </a:lnTo>
                  <a:lnTo>
                    <a:pt x="1050" y="231"/>
                  </a:lnTo>
                  <a:lnTo>
                    <a:pt x="1062" y="238"/>
                  </a:lnTo>
                  <a:lnTo>
                    <a:pt x="1066" y="241"/>
                  </a:lnTo>
                  <a:lnTo>
                    <a:pt x="1066" y="246"/>
                  </a:lnTo>
                  <a:lnTo>
                    <a:pt x="1062" y="260"/>
                  </a:lnTo>
                  <a:lnTo>
                    <a:pt x="1060" y="266"/>
                  </a:lnTo>
                  <a:lnTo>
                    <a:pt x="1062" y="269"/>
                  </a:lnTo>
                  <a:lnTo>
                    <a:pt x="1066" y="274"/>
                  </a:lnTo>
                  <a:lnTo>
                    <a:pt x="1069" y="278"/>
                  </a:lnTo>
                  <a:lnTo>
                    <a:pt x="1069" y="281"/>
                  </a:lnTo>
                  <a:lnTo>
                    <a:pt x="1070" y="285"/>
                  </a:lnTo>
                  <a:lnTo>
                    <a:pt x="1073" y="290"/>
                  </a:lnTo>
                  <a:lnTo>
                    <a:pt x="1085" y="302"/>
                  </a:lnTo>
                  <a:lnTo>
                    <a:pt x="1089" y="310"/>
                  </a:lnTo>
                  <a:lnTo>
                    <a:pt x="1095" y="324"/>
                  </a:lnTo>
                  <a:lnTo>
                    <a:pt x="1101" y="339"/>
                  </a:lnTo>
                  <a:lnTo>
                    <a:pt x="1108" y="353"/>
                  </a:lnTo>
                  <a:lnTo>
                    <a:pt x="1114" y="363"/>
                  </a:lnTo>
                  <a:lnTo>
                    <a:pt x="1117" y="371"/>
                  </a:lnTo>
                  <a:lnTo>
                    <a:pt x="1118" y="380"/>
                  </a:lnTo>
                  <a:lnTo>
                    <a:pt x="1121" y="388"/>
                  </a:lnTo>
                  <a:lnTo>
                    <a:pt x="1123" y="392"/>
                  </a:lnTo>
                  <a:lnTo>
                    <a:pt x="1125" y="396"/>
                  </a:lnTo>
                  <a:lnTo>
                    <a:pt x="1128" y="402"/>
                  </a:lnTo>
                  <a:lnTo>
                    <a:pt x="1132" y="410"/>
                  </a:lnTo>
                  <a:lnTo>
                    <a:pt x="1136" y="421"/>
                  </a:lnTo>
                  <a:lnTo>
                    <a:pt x="1140" y="438"/>
                  </a:lnTo>
                  <a:lnTo>
                    <a:pt x="1146" y="459"/>
                  </a:lnTo>
                  <a:lnTo>
                    <a:pt x="1147" y="478"/>
                  </a:lnTo>
                  <a:lnTo>
                    <a:pt x="1144" y="497"/>
                  </a:lnTo>
                  <a:lnTo>
                    <a:pt x="1137" y="517"/>
                  </a:lnTo>
                  <a:lnTo>
                    <a:pt x="1128" y="535"/>
                  </a:lnTo>
                  <a:lnTo>
                    <a:pt x="1117" y="552"/>
                  </a:lnTo>
                  <a:lnTo>
                    <a:pt x="1106" y="567"/>
                  </a:lnTo>
                  <a:lnTo>
                    <a:pt x="1095" y="580"/>
                  </a:lnTo>
                  <a:lnTo>
                    <a:pt x="1086" y="590"/>
                  </a:lnTo>
                  <a:lnTo>
                    <a:pt x="1080" y="596"/>
                  </a:lnTo>
                  <a:lnTo>
                    <a:pt x="1072" y="601"/>
                  </a:lnTo>
                  <a:lnTo>
                    <a:pt x="1060" y="604"/>
                  </a:lnTo>
                  <a:lnTo>
                    <a:pt x="1047" y="606"/>
                  </a:lnTo>
                  <a:lnTo>
                    <a:pt x="1031" y="609"/>
                  </a:lnTo>
                  <a:lnTo>
                    <a:pt x="1018" y="612"/>
                  </a:lnTo>
                  <a:lnTo>
                    <a:pt x="1005" y="615"/>
                  </a:lnTo>
                  <a:lnTo>
                    <a:pt x="997" y="618"/>
                  </a:lnTo>
                  <a:lnTo>
                    <a:pt x="993" y="621"/>
                  </a:lnTo>
                  <a:lnTo>
                    <a:pt x="994" y="627"/>
                  </a:lnTo>
                  <a:lnTo>
                    <a:pt x="996" y="639"/>
                  </a:lnTo>
                  <a:lnTo>
                    <a:pt x="999" y="654"/>
                  </a:lnTo>
                  <a:lnTo>
                    <a:pt x="1002" y="672"/>
                  </a:lnTo>
                  <a:lnTo>
                    <a:pt x="1006" y="690"/>
                  </a:lnTo>
                  <a:lnTo>
                    <a:pt x="1011" y="709"/>
                  </a:lnTo>
                  <a:lnTo>
                    <a:pt x="1014" y="727"/>
                  </a:lnTo>
                  <a:lnTo>
                    <a:pt x="1018" y="744"/>
                  </a:lnTo>
                  <a:lnTo>
                    <a:pt x="1021" y="756"/>
                  </a:lnTo>
                  <a:lnTo>
                    <a:pt x="1022" y="766"/>
                  </a:lnTo>
                  <a:lnTo>
                    <a:pt x="1026" y="779"/>
                  </a:lnTo>
                  <a:lnTo>
                    <a:pt x="1030" y="795"/>
                  </a:lnTo>
                  <a:lnTo>
                    <a:pt x="1036" y="813"/>
                  </a:lnTo>
                  <a:lnTo>
                    <a:pt x="1043" y="832"/>
                  </a:lnTo>
                  <a:lnTo>
                    <a:pt x="1050" y="852"/>
                  </a:lnTo>
                  <a:lnTo>
                    <a:pt x="1069" y="898"/>
                  </a:lnTo>
                  <a:lnTo>
                    <a:pt x="1070" y="906"/>
                  </a:lnTo>
                  <a:lnTo>
                    <a:pt x="1070" y="911"/>
                  </a:lnTo>
                  <a:lnTo>
                    <a:pt x="1067" y="912"/>
                  </a:lnTo>
                  <a:lnTo>
                    <a:pt x="1066" y="912"/>
                  </a:lnTo>
                  <a:lnTo>
                    <a:pt x="1065" y="913"/>
                  </a:lnTo>
                  <a:lnTo>
                    <a:pt x="1065" y="920"/>
                  </a:lnTo>
                  <a:lnTo>
                    <a:pt x="1070" y="934"/>
                  </a:lnTo>
                  <a:lnTo>
                    <a:pt x="1073" y="951"/>
                  </a:lnTo>
                  <a:lnTo>
                    <a:pt x="1079" y="972"/>
                  </a:lnTo>
                  <a:lnTo>
                    <a:pt x="1084" y="996"/>
                  </a:lnTo>
                  <a:lnTo>
                    <a:pt x="1089" y="1023"/>
                  </a:lnTo>
                  <a:lnTo>
                    <a:pt x="1096" y="1052"/>
                  </a:lnTo>
                  <a:lnTo>
                    <a:pt x="1108" y="1112"/>
                  </a:lnTo>
                  <a:lnTo>
                    <a:pt x="1115" y="1143"/>
                  </a:lnTo>
                  <a:lnTo>
                    <a:pt x="1120" y="1170"/>
                  </a:lnTo>
                  <a:lnTo>
                    <a:pt x="1125" y="1196"/>
                  </a:lnTo>
                  <a:lnTo>
                    <a:pt x="1129" y="1218"/>
                  </a:lnTo>
                  <a:lnTo>
                    <a:pt x="1132" y="1236"/>
                  </a:lnTo>
                  <a:lnTo>
                    <a:pt x="1135" y="1248"/>
                  </a:lnTo>
                  <a:lnTo>
                    <a:pt x="1136" y="1255"/>
                  </a:lnTo>
                  <a:lnTo>
                    <a:pt x="1133" y="1260"/>
                  </a:lnTo>
                  <a:lnTo>
                    <a:pt x="1125" y="1267"/>
                  </a:lnTo>
                  <a:lnTo>
                    <a:pt x="1111" y="1273"/>
                  </a:lnTo>
                  <a:lnTo>
                    <a:pt x="1094" y="1281"/>
                  </a:lnTo>
                  <a:lnTo>
                    <a:pt x="1074" y="1288"/>
                  </a:lnTo>
                  <a:lnTo>
                    <a:pt x="1053" y="1295"/>
                  </a:lnTo>
                  <a:lnTo>
                    <a:pt x="1031" y="1302"/>
                  </a:lnTo>
                  <a:lnTo>
                    <a:pt x="1035" y="1316"/>
                  </a:lnTo>
                  <a:lnTo>
                    <a:pt x="1037" y="1326"/>
                  </a:lnTo>
                  <a:lnTo>
                    <a:pt x="1038" y="1350"/>
                  </a:lnTo>
                  <a:lnTo>
                    <a:pt x="1038" y="1377"/>
                  </a:lnTo>
                  <a:lnTo>
                    <a:pt x="1037" y="1409"/>
                  </a:lnTo>
                  <a:lnTo>
                    <a:pt x="1037" y="1441"/>
                  </a:lnTo>
                  <a:lnTo>
                    <a:pt x="1036" y="1474"/>
                  </a:lnTo>
                  <a:lnTo>
                    <a:pt x="1035" y="1504"/>
                  </a:lnTo>
                  <a:lnTo>
                    <a:pt x="1035" y="1533"/>
                  </a:lnTo>
                  <a:lnTo>
                    <a:pt x="1036" y="1559"/>
                  </a:lnTo>
                  <a:lnTo>
                    <a:pt x="1038" y="1579"/>
                  </a:lnTo>
                  <a:lnTo>
                    <a:pt x="1042" y="1596"/>
                  </a:lnTo>
                  <a:lnTo>
                    <a:pt x="1047" y="1621"/>
                  </a:lnTo>
                  <a:lnTo>
                    <a:pt x="1051" y="1648"/>
                  </a:lnTo>
                  <a:lnTo>
                    <a:pt x="1058" y="1682"/>
                  </a:lnTo>
                  <a:lnTo>
                    <a:pt x="1065" y="1718"/>
                  </a:lnTo>
                  <a:lnTo>
                    <a:pt x="1072" y="1755"/>
                  </a:lnTo>
                  <a:lnTo>
                    <a:pt x="1078" y="1794"/>
                  </a:lnTo>
                  <a:lnTo>
                    <a:pt x="1085" y="1832"/>
                  </a:lnTo>
                  <a:lnTo>
                    <a:pt x="1092" y="1868"/>
                  </a:lnTo>
                  <a:lnTo>
                    <a:pt x="1096" y="1902"/>
                  </a:lnTo>
                  <a:lnTo>
                    <a:pt x="1101" y="1932"/>
                  </a:lnTo>
                  <a:lnTo>
                    <a:pt x="1106" y="1961"/>
                  </a:lnTo>
                  <a:lnTo>
                    <a:pt x="1110" y="1995"/>
                  </a:lnTo>
                  <a:lnTo>
                    <a:pt x="1117" y="2030"/>
                  </a:lnTo>
                  <a:lnTo>
                    <a:pt x="1131" y="2102"/>
                  </a:lnTo>
                  <a:lnTo>
                    <a:pt x="1138" y="2137"/>
                  </a:lnTo>
                  <a:lnTo>
                    <a:pt x="1145" y="2171"/>
                  </a:lnTo>
                  <a:lnTo>
                    <a:pt x="1151" y="2201"/>
                  </a:lnTo>
                  <a:lnTo>
                    <a:pt x="1157" y="2228"/>
                  </a:lnTo>
                  <a:lnTo>
                    <a:pt x="1161" y="2250"/>
                  </a:lnTo>
                  <a:lnTo>
                    <a:pt x="1165" y="2265"/>
                  </a:lnTo>
                  <a:lnTo>
                    <a:pt x="1168" y="2283"/>
                  </a:lnTo>
                  <a:lnTo>
                    <a:pt x="1169" y="2304"/>
                  </a:lnTo>
                  <a:lnTo>
                    <a:pt x="1172" y="2349"/>
                  </a:lnTo>
                  <a:lnTo>
                    <a:pt x="1174" y="2370"/>
                  </a:lnTo>
                  <a:lnTo>
                    <a:pt x="1176" y="2388"/>
                  </a:lnTo>
                  <a:lnTo>
                    <a:pt x="1180" y="2404"/>
                  </a:lnTo>
                  <a:lnTo>
                    <a:pt x="1186" y="2416"/>
                  </a:lnTo>
                  <a:lnTo>
                    <a:pt x="1201" y="2433"/>
                  </a:lnTo>
                  <a:lnTo>
                    <a:pt x="1215" y="2450"/>
                  </a:lnTo>
                  <a:lnTo>
                    <a:pt x="1225" y="2466"/>
                  </a:lnTo>
                  <a:lnTo>
                    <a:pt x="1232" y="2481"/>
                  </a:lnTo>
                  <a:lnTo>
                    <a:pt x="1233" y="2490"/>
                  </a:lnTo>
                  <a:lnTo>
                    <a:pt x="1232" y="2504"/>
                  </a:lnTo>
                  <a:lnTo>
                    <a:pt x="1231" y="2523"/>
                  </a:lnTo>
                  <a:lnTo>
                    <a:pt x="1227" y="2543"/>
                  </a:lnTo>
                  <a:lnTo>
                    <a:pt x="1224" y="2565"/>
                  </a:lnTo>
                  <a:lnTo>
                    <a:pt x="1220" y="2585"/>
                  </a:lnTo>
                  <a:lnTo>
                    <a:pt x="1217" y="2603"/>
                  </a:lnTo>
                  <a:lnTo>
                    <a:pt x="1211" y="2627"/>
                  </a:lnTo>
                  <a:lnTo>
                    <a:pt x="1222" y="2649"/>
                  </a:lnTo>
                  <a:lnTo>
                    <a:pt x="1233" y="2670"/>
                  </a:lnTo>
                  <a:lnTo>
                    <a:pt x="1256" y="2709"/>
                  </a:lnTo>
                  <a:lnTo>
                    <a:pt x="1268" y="2725"/>
                  </a:lnTo>
                  <a:lnTo>
                    <a:pt x="1277" y="2741"/>
                  </a:lnTo>
                  <a:lnTo>
                    <a:pt x="1283" y="2752"/>
                  </a:lnTo>
                  <a:lnTo>
                    <a:pt x="1286" y="2768"/>
                  </a:lnTo>
                  <a:lnTo>
                    <a:pt x="1284" y="2785"/>
                  </a:lnTo>
                  <a:lnTo>
                    <a:pt x="1278" y="2800"/>
                  </a:lnTo>
                  <a:lnTo>
                    <a:pt x="1268" y="2810"/>
                  </a:lnTo>
                  <a:lnTo>
                    <a:pt x="1257" y="2817"/>
                  </a:lnTo>
                  <a:lnTo>
                    <a:pt x="1246" y="2821"/>
                  </a:lnTo>
                  <a:lnTo>
                    <a:pt x="1230" y="2822"/>
                  </a:lnTo>
                  <a:lnTo>
                    <a:pt x="1212" y="2823"/>
                  </a:lnTo>
                  <a:lnTo>
                    <a:pt x="1194" y="2822"/>
                  </a:lnTo>
                  <a:lnTo>
                    <a:pt x="1179" y="2821"/>
                  </a:lnTo>
                  <a:lnTo>
                    <a:pt x="1168" y="2818"/>
                  </a:lnTo>
                  <a:lnTo>
                    <a:pt x="1166" y="2818"/>
                  </a:lnTo>
                  <a:lnTo>
                    <a:pt x="1160" y="2817"/>
                  </a:lnTo>
                  <a:lnTo>
                    <a:pt x="1151" y="2815"/>
                  </a:lnTo>
                  <a:lnTo>
                    <a:pt x="1140" y="2811"/>
                  </a:lnTo>
                  <a:lnTo>
                    <a:pt x="1129" y="2804"/>
                  </a:lnTo>
                  <a:lnTo>
                    <a:pt x="1122" y="2798"/>
                  </a:lnTo>
                  <a:lnTo>
                    <a:pt x="1114" y="2791"/>
                  </a:lnTo>
                  <a:lnTo>
                    <a:pt x="1108" y="2784"/>
                  </a:lnTo>
                  <a:lnTo>
                    <a:pt x="1104" y="2772"/>
                  </a:lnTo>
                  <a:lnTo>
                    <a:pt x="1100" y="2746"/>
                  </a:lnTo>
                  <a:lnTo>
                    <a:pt x="1098" y="2738"/>
                  </a:lnTo>
                  <a:lnTo>
                    <a:pt x="1095" y="2734"/>
                  </a:lnTo>
                  <a:lnTo>
                    <a:pt x="1094" y="2734"/>
                  </a:lnTo>
                  <a:lnTo>
                    <a:pt x="1092" y="2735"/>
                  </a:lnTo>
                  <a:lnTo>
                    <a:pt x="1089" y="2735"/>
                  </a:lnTo>
                  <a:lnTo>
                    <a:pt x="1085" y="2737"/>
                  </a:lnTo>
                  <a:lnTo>
                    <a:pt x="1082" y="2737"/>
                  </a:lnTo>
                  <a:lnTo>
                    <a:pt x="1078" y="2736"/>
                  </a:lnTo>
                  <a:lnTo>
                    <a:pt x="1071" y="2732"/>
                  </a:lnTo>
                  <a:lnTo>
                    <a:pt x="1063" y="2728"/>
                  </a:lnTo>
                  <a:lnTo>
                    <a:pt x="1053" y="2722"/>
                  </a:lnTo>
                  <a:lnTo>
                    <a:pt x="1047" y="2717"/>
                  </a:lnTo>
                  <a:lnTo>
                    <a:pt x="1042" y="2713"/>
                  </a:lnTo>
                  <a:lnTo>
                    <a:pt x="1040" y="2708"/>
                  </a:lnTo>
                  <a:lnTo>
                    <a:pt x="1038" y="2697"/>
                  </a:lnTo>
                  <a:lnTo>
                    <a:pt x="1037" y="2685"/>
                  </a:lnTo>
                  <a:lnTo>
                    <a:pt x="1036" y="2670"/>
                  </a:lnTo>
                  <a:lnTo>
                    <a:pt x="1036" y="2652"/>
                  </a:lnTo>
                  <a:lnTo>
                    <a:pt x="1035" y="2636"/>
                  </a:lnTo>
                  <a:lnTo>
                    <a:pt x="1035" y="2621"/>
                  </a:lnTo>
                  <a:lnTo>
                    <a:pt x="1030" y="2617"/>
                  </a:lnTo>
                  <a:lnTo>
                    <a:pt x="1024" y="2615"/>
                  </a:lnTo>
                  <a:lnTo>
                    <a:pt x="1019" y="2611"/>
                  </a:lnTo>
                  <a:lnTo>
                    <a:pt x="1006" y="2600"/>
                  </a:lnTo>
                  <a:lnTo>
                    <a:pt x="994" y="2585"/>
                  </a:lnTo>
                  <a:lnTo>
                    <a:pt x="985" y="2567"/>
                  </a:lnTo>
                  <a:lnTo>
                    <a:pt x="978" y="2549"/>
                  </a:lnTo>
                  <a:lnTo>
                    <a:pt x="972" y="2530"/>
                  </a:lnTo>
                  <a:lnTo>
                    <a:pt x="968" y="2514"/>
                  </a:lnTo>
                  <a:lnTo>
                    <a:pt x="965" y="2501"/>
                  </a:lnTo>
                  <a:lnTo>
                    <a:pt x="960" y="2487"/>
                  </a:lnTo>
                  <a:lnTo>
                    <a:pt x="949" y="2474"/>
                  </a:lnTo>
                  <a:lnTo>
                    <a:pt x="936" y="2464"/>
                  </a:lnTo>
                  <a:lnTo>
                    <a:pt x="925" y="2451"/>
                  </a:lnTo>
                  <a:lnTo>
                    <a:pt x="914" y="2437"/>
                  </a:lnTo>
                  <a:lnTo>
                    <a:pt x="911" y="2427"/>
                  </a:lnTo>
                  <a:lnTo>
                    <a:pt x="907" y="2409"/>
                  </a:lnTo>
                  <a:lnTo>
                    <a:pt x="904" y="2387"/>
                  </a:lnTo>
                  <a:lnTo>
                    <a:pt x="899" y="2359"/>
                  </a:lnTo>
                  <a:lnTo>
                    <a:pt x="896" y="2328"/>
                  </a:lnTo>
                  <a:lnTo>
                    <a:pt x="891" y="2294"/>
                  </a:lnTo>
                  <a:lnTo>
                    <a:pt x="888" y="2259"/>
                  </a:lnTo>
                  <a:lnTo>
                    <a:pt x="883" y="2224"/>
                  </a:lnTo>
                  <a:lnTo>
                    <a:pt x="880" y="2190"/>
                  </a:lnTo>
                  <a:lnTo>
                    <a:pt x="876" y="2159"/>
                  </a:lnTo>
                  <a:lnTo>
                    <a:pt x="871" y="2131"/>
                  </a:lnTo>
                  <a:lnTo>
                    <a:pt x="868" y="2107"/>
                  </a:lnTo>
                  <a:lnTo>
                    <a:pt x="863" y="2079"/>
                  </a:lnTo>
                  <a:lnTo>
                    <a:pt x="856" y="2046"/>
                  </a:lnTo>
                  <a:lnTo>
                    <a:pt x="849" y="2011"/>
                  </a:lnTo>
                  <a:lnTo>
                    <a:pt x="843" y="1975"/>
                  </a:lnTo>
                  <a:lnTo>
                    <a:pt x="836" y="1938"/>
                  </a:lnTo>
                  <a:lnTo>
                    <a:pt x="827" y="1902"/>
                  </a:lnTo>
                  <a:lnTo>
                    <a:pt x="820" y="1867"/>
                  </a:lnTo>
                  <a:lnTo>
                    <a:pt x="814" y="1837"/>
                  </a:lnTo>
                  <a:lnTo>
                    <a:pt x="807" y="1811"/>
                  </a:lnTo>
                  <a:lnTo>
                    <a:pt x="802" y="1791"/>
                  </a:lnTo>
                  <a:lnTo>
                    <a:pt x="795" y="1768"/>
                  </a:lnTo>
                  <a:lnTo>
                    <a:pt x="788" y="1743"/>
                  </a:lnTo>
                  <a:lnTo>
                    <a:pt x="760" y="1662"/>
                  </a:lnTo>
                  <a:lnTo>
                    <a:pt x="751" y="1639"/>
                  </a:lnTo>
                  <a:lnTo>
                    <a:pt x="742" y="1619"/>
                  </a:lnTo>
                  <a:lnTo>
                    <a:pt x="732" y="1605"/>
                  </a:lnTo>
                  <a:lnTo>
                    <a:pt x="725" y="1593"/>
                  </a:lnTo>
                  <a:lnTo>
                    <a:pt x="717" y="1575"/>
                  </a:lnTo>
                  <a:lnTo>
                    <a:pt x="708" y="1553"/>
                  </a:lnTo>
                  <a:lnTo>
                    <a:pt x="698" y="1527"/>
                  </a:lnTo>
                  <a:lnTo>
                    <a:pt x="688" y="1501"/>
                  </a:lnTo>
                  <a:lnTo>
                    <a:pt x="678" y="1474"/>
                  </a:lnTo>
                  <a:lnTo>
                    <a:pt x="669" y="1448"/>
                  </a:lnTo>
                  <a:lnTo>
                    <a:pt x="661" y="1424"/>
                  </a:lnTo>
                  <a:lnTo>
                    <a:pt x="655" y="1404"/>
                  </a:lnTo>
                  <a:lnTo>
                    <a:pt x="650" y="1389"/>
                  </a:lnTo>
                  <a:lnTo>
                    <a:pt x="647" y="1379"/>
                  </a:lnTo>
                  <a:lnTo>
                    <a:pt x="644" y="1375"/>
                  </a:lnTo>
                  <a:lnTo>
                    <a:pt x="642" y="1377"/>
                  </a:lnTo>
                  <a:lnTo>
                    <a:pt x="640" y="1384"/>
                  </a:lnTo>
                  <a:lnTo>
                    <a:pt x="638" y="1396"/>
                  </a:lnTo>
                  <a:lnTo>
                    <a:pt x="636" y="1411"/>
                  </a:lnTo>
                  <a:lnTo>
                    <a:pt x="633" y="1427"/>
                  </a:lnTo>
                  <a:lnTo>
                    <a:pt x="629" y="1446"/>
                  </a:lnTo>
                  <a:lnTo>
                    <a:pt x="625" y="1465"/>
                  </a:lnTo>
                  <a:lnTo>
                    <a:pt x="616" y="1488"/>
                  </a:lnTo>
                  <a:lnTo>
                    <a:pt x="607" y="1517"/>
                  </a:lnTo>
                  <a:lnTo>
                    <a:pt x="597" y="1550"/>
                  </a:lnTo>
                  <a:lnTo>
                    <a:pt x="585" y="1584"/>
                  </a:lnTo>
                  <a:lnTo>
                    <a:pt x="572" y="1619"/>
                  </a:lnTo>
                  <a:lnTo>
                    <a:pt x="561" y="1654"/>
                  </a:lnTo>
                  <a:lnTo>
                    <a:pt x="548" y="1686"/>
                  </a:lnTo>
                  <a:lnTo>
                    <a:pt x="538" y="1712"/>
                  </a:lnTo>
                  <a:lnTo>
                    <a:pt x="526" y="1743"/>
                  </a:lnTo>
                  <a:lnTo>
                    <a:pt x="516" y="1774"/>
                  </a:lnTo>
                  <a:lnTo>
                    <a:pt x="507" y="1807"/>
                  </a:lnTo>
                  <a:lnTo>
                    <a:pt x="499" y="1838"/>
                  </a:lnTo>
                  <a:lnTo>
                    <a:pt x="492" y="1867"/>
                  </a:lnTo>
                  <a:lnTo>
                    <a:pt x="485" y="1892"/>
                  </a:lnTo>
                  <a:lnTo>
                    <a:pt x="479" y="1911"/>
                  </a:lnTo>
                  <a:lnTo>
                    <a:pt x="474" y="1923"/>
                  </a:lnTo>
                  <a:lnTo>
                    <a:pt x="469" y="1942"/>
                  </a:lnTo>
                  <a:lnTo>
                    <a:pt x="463" y="1964"/>
                  </a:lnTo>
                  <a:lnTo>
                    <a:pt x="458" y="1990"/>
                  </a:lnTo>
                  <a:lnTo>
                    <a:pt x="451" y="2019"/>
                  </a:lnTo>
                  <a:lnTo>
                    <a:pt x="444" y="2051"/>
                  </a:lnTo>
                  <a:lnTo>
                    <a:pt x="437" y="2083"/>
                  </a:lnTo>
                  <a:lnTo>
                    <a:pt x="431" y="2116"/>
                  </a:lnTo>
                  <a:lnTo>
                    <a:pt x="424" y="2146"/>
                  </a:lnTo>
                  <a:lnTo>
                    <a:pt x="418" y="2175"/>
                  </a:lnTo>
                  <a:lnTo>
                    <a:pt x="414" y="2201"/>
                  </a:lnTo>
                  <a:lnTo>
                    <a:pt x="410" y="2222"/>
                  </a:lnTo>
                  <a:lnTo>
                    <a:pt x="407" y="2238"/>
                  </a:lnTo>
                  <a:lnTo>
                    <a:pt x="402" y="2265"/>
                  </a:lnTo>
                  <a:lnTo>
                    <a:pt x="390" y="2328"/>
                  </a:lnTo>
                  <a:lnTo>
                    <a:pt x="383" y="2358"/>
                  </a:lnTo>
                  <a:lnTo>
                    <a:pt x="377" y="2386"/>
                  </a:lnTo>
                  <a:lnTo>
                    <a:pt x="368" y="2408"/>
                  </a:lnTo>
                  <a:lnTo>
                    <a:pt x="361" y="2423"/>
                  </a:lnTo>
                  <a:lnTo>
                    <a:pt x="353" y="2438"/>
                  </a:lnTo>
                  <a:lnTo>
                    <a:pt x="349" y="2452"/>
                  </a:lnTo>
                  <a:lnTo>
                    <a:pt x="346" y="2467"/>
                  </a:lnTo>
                  <a:lnTo>
                    <a:pt x="346" y="2531"/>
                  </a:lnTo>
                  <a:lnTo>
                    <a:pt x="345" y="2557"/>
                  </a:lnTo>
                  <a:lnTo>
                    <a:pt x="341" y="2579"/>
                  </a:lnTo>
                  <a:lnTo>
                    <a:pt x="332" y="2599"/>
                  </a:lnTo>
                  <a:lnTo>
                    <a:pt x="326" y="2608"/>
                  </a:lnTo>
                  <a:lnTo>
                    <a:pt x="315" y="2617"/>
                  </a:lnTo>
                  <a:lnTo>
                    <a:pt x="302" y="2629"/>
                  </a:lnTo>
                  <a:lnTo>
                    <a:pt x="287" y="2639"/>
                  </a:lnTo>
                  <a:lnTo>
                    <a:pt x="286" y="2654"/>
                  </a:lnTo>
                  <a:lnTo>
                    <a:pt x="285" y="2671"/>
                  </a:lnTo>
                  <a:lnTo>
                    <a:pt x="284" y="2688"/>
                  </a:lnTo>
                  <a:lnTo>
                    <a:pt x="283" y="2702"/>
                  </a:lnTo>
                  <a:lnTo>
                    <a:pt x="283" y="2714"/>
                  </a:lnTo>
                  <a:lnTo>
                    <a:pt x="281" y="2720"/>
                  </a:lnTo>
                  <a:lnTo>
                    <a:pt x="278" y="2724"/>
                  </a:lnTo>
                  <a:lnTo>
                    <a:pt x="269" y="2730"/>
                  </a:lnTo>
                  <a:lnTo>
                    <a:pt x="258" y="2736"/>
                  </a:lnTo>
                  <a:lnTo>
                    <a:pt x="248" y="2739"/>
                  </a:lnTo>
                  <a:lnTo>
                    <a:pt x="234" y="2742"/>
                  </a:lnTo>
                  <a:lnTo>
                    <a:pt x="222" y="2743"/>
                  </a:lnTo>
                  <a:lnTo>
                    <a:pt x="214" y="2745"/>
                  </a:lnTo>
                  <a:lnTo>
                    <a:pt x="211" y="2748"/>
                  </a:lnTo>
                  <a:lnTo>
                    <a:pt x="210" y="2753"/>
                  </a:lnTo>
                  <a:lnTo>
                    <a:pt x="208" y="2760"/>
                  </a:lnTo>
                  <a:lnTo>
                    <a:pt x="208" y="2768"/>
                  </a:lnTo>
                  <a:lnTo>
                    <a:pt x="206" y="2778"/>
                  </a:lnTo>
                  <a:lnTo>
                    <a:pt x="203" y="2785"/>
                  </a:lnTo>
                  <a:lnTo>
                    <a:pt x="193" y="2793"/>
                  </a:lnTo>
                  <a:lnTo>
                    <a:pt x="183" y="2802"/>
                  </a:lnTo>
                  <a:lnTo>
                    <a:pt x="169" y="2810"/>
                  </a:lnTo>
                  <a:lnTo>
                    <a:pt x="154" y="2820"/>
                  </a:lnTo>
                  <a:lnTo>
                    <a:pt x="140" y="2827"/>
                  </a:lnTo>
                  <a:lnTo>
                    <a:pt x="127" y="2832"/>
                  </a:lnTo>
                  <a:lnTo>
                    <a:pt x="109" y="2837"/>
                  </a:lnTo>
                  <a:lnTo>
                    <a:pt x="88" y="2838"/>
                  </a:lnTo>
                  <a:lnTo>
                    <a:pt x="67" y="2838"/>
                  </a:lnTo>
                  <a:lnTo>
                    <a:pt x="47" y="2837"/>
                  </a:lnTo>
                  <a:lnTo>
                    <a:pt x="29" y="2837"/>
                  </a:lnTo>
                  <a:lnTo>
                    <a:pt x="23" y="2836"/>
                  </a:lnTo>
                  <a:lnTo>
                    <a:pt x="15" y="2835"/>
                  </a:lnTo>
                  <a:lnTo>
                    <a:pt x="6" y="2832"/>
                  </a:lnTo>
                  <a:lnTo>
                    <a:pt x="1" y="2829"/>
                  </a:lnTo>
                  <a:lnTo>
                    <a:pt x="0" y="2823"/>
                  </a:lnTo>
                  <a:lnTo>
                    <a:pt x="0" y="2815"/>
                  </a:lnTo>
                  <a:lnTo>
                    <a:pt x="2" y="2808"/>
                  </a:lnTo>
                  <a:lnTo>
                    <a:pt x="6" y="2800"/>
                  </a:lnTo>
                  <a:lnTo>
                    <a:pt x="8" y="2794"/>
                  </a:lnTo>
                  <a:lnTo>
                    <a:pt x="11" y="2786"/>
                  </a:lnTo>
                  <a:lnTo>
                    <a:pt x="16" y="2772"/>
                  </a:lnTo>
                  <a:lnTo>
                    <a:pt x="21" y="2757"/>
                  </a:lnTo>
                  <a:lnTo>
                    <a:pt x="28" y="2742"/>
                  </a:lnTo>
                  <a:lnTo>
                    <a:pt x="36" y="2729"/>
                  </a:lnTo>
                  <a:lnTo>
                    <a:pt x="42" y="2722"/>
                  </a:lnTo>
                  <a:lnTo>
                    <a:pt x="48" y="2710"/>
                  </a:lnTo>
                  <a:lnTo>
                    <a:pt x="58" y="2695"/>
                  </a:lnTo>
                  <a:lnTo>
                    <a:pt x="68" y="2680"/>
                  </a:lnTo>
                  <a:lnTo>
                    <a:pt x="79" y="2663"/>
                  </a:lnTo>
                  <a:lnTo>
                    <a:pt x="89" y="2646"/>
                  </a:lnTo>
                  <a:lnTo>
                    <a:pt x="98" y="2631"/>
                  </a:lnTo>
                  <a:lnTo>
                    <a:pt x="105" y="2620"/>
                  </a:lnTo>
                  <a:lnTo>
                    <a:pt x="102" y="2611"/>
                  </a:lnTo>
                  <a:lnTo>
                    <a:pt x="102" y="2601"/>
                  </a:lnTo>
                  <a:lnTo>
                    <a:pt x="104" y="2589"/>
                  </a:lnTo>
                  <a:lnTo>
                    <a:pt x="113" y="2564"/>
                  </a:lnTo>
                  <a:lnTo>
                    <a:pt x="117" y="2551"/>
                  </a:lnTo>
                  <a:lnTo>
                    <a:pt x="118" y="2542"/>
                  </a:lnTo>
                  <a:lnTo>
                    <a:pt x="115" y="2535"/>
                  </a:lnTo>
                  <a:lnTo>
                    <a:pt x="106" y="2528"/>
                  </a:lnTo>
                  <a:lnTo>
                    <a:pt x="95" y="2518"/>
                  </a:lnTo>
                  <a:lnTo>
                    <a:pt x="89" y="2509"/>
                  </a:lnTo>
                  <a:lnTo>
                    <a:pt x="86" y="2495"/>
                  </a:lnTo>
                  <a:lnTo>
                    <a:pt x="86" y="2477"/>
                  </a:lnTo>
                  <a:lnTo>
                    <a:pt x="88" y="2456"/>
                  </a:lnTo>
                  <a:lnTo>
                    <a:pt x="91" y="2431"/>
                  </a:lnTo>
                  <a:lnTo>
                    <a:pt x="96" y="2404"/>
                  </a:lnTo>
                  <a:lnTo>
                    <a:pt x="102" y="2378"/>
                  </a:lnTo>
                  <a:lnTo>
                    <a:pt x="106" y="2349"/>
                  </a:lnTo>
                  <a:lnTo>
                    <a:pt x="117" y="2294"/>
                  </a:lnTo>
                  <a:lnTo>
                    <a:pt x="130" y="2243"/>
                  </a:lnTo>
                  <a:lnTo>
                    <a:pt x="144" y="2193"/>
                  </a:lnTo>
                  <a:lnTo>
                    <a:pt x="157" y="2142"/>
                  </a:lnTo>
                  <a:lnTo>
                    <a:pt x="163" y="2118"/>
                  </a:lnTo>
                  <a:lnTo>
                    <a:pt x="170" y="2093"/>
                  </a:lnTo>
                  <a:lnTo>
                    <a:pt x="178" y="2066"/>
                  </a:lnTo>
                  <a:lnTo>
                    <a:pt x="185" y="2038"/>
                  </a:lnTo>
                  <a:lnTo>
                    <a:pt x="199" y="1985"/>
                  </a:lnTo>
                  <a:lnTo>
                    <a:pt x="205" y="1961"/>
                  </a:lnTo>
                  <a:lnTo>
                    <a:pt x="211" y="1940"/>
                  </a:lnTo>
                  <a:lnTo>
                    <a:pt x="215" y="1924"/>
                  </a:lnTo>
                  <a:lnTo>
                    <a:pt x="218" y="1912"/>
                  </a:lnTo>
                  <a:lnTo>
                    <a:pt x="220" y="1898"/>
                  </a:lnTo>
                  <a:lnTo>
                    <a:pt x="220" y="1883"/>
                  </a:lnTo>
                  <a:lnTo>
                    <a:pt x="218" y="1867"/>
                  </a:lnTo>
                  <a:lnTo>
                    <a:pt x="217" y="1850"/>
                  </a:lnTo>
                  <a:lnTo>
                    <a:pt x="219" y="1830"/>
                  </a:lnTo>
                  <a:lnTo>
                    <a:pt x="223" y="1809"/>
                  </a:lnTo>
                  <a:lnTo>
                    <a:pt x="229" y="1786"/>
                  </a:lnTo>
                  <a:lnTo>
                    <a:pt x="232" y="1759"/>
                  </a:lnTo>
                  <a:lnTo>
                    <a:pt x="232" y="1731"/>
                  </a:lnTo>
                  <a:lnTo>
                    <a:pt x="230" y="1703"/>
                  </a:lnTo>
                  <a:lnTo>
                    <a:pt x="228" y="1678"/>
                  </a:lnTo>
                  <a:lnTo>
                    <a:pt x="225" y="1654"/>
                  </a:lnTo>
                  <a:lnTo>
                    <a:pt x="223" y="1639"/>
                  </a:lnTo>
                  <a:lnTo>
                    <a:pt x="225" y="1619"/>
                  </a:lnTo>
                  <a:lnTo>
                    <a:pt x="226" y="1596"/>
                  </a:lnTo>
                  <a:lnTo>
                    <a:pt x="229" y="1572"/>
                  </a:lnTo>
                  <a:lnTo>
                    <a:pt x="234" y="1547"/>
                  </a:lnTo>
                  <a:lnTo>
                    <a:pt x="239" y="1522"/>
                  </a:lnTo>
                  <a:lnTo>
                    <a:pt x="242" y="1498"/>
                  </a:lnTo>
                  <a:lnTo>
                    <a:pt x="247" y="1479"/>
                  </a:lnTo>
                  <a:lnTo>
                    <a:pt x="249" y="1462"/>
                  </a:lnTo>
                  <a:lnTo>
                    <a:pt x="250" y="1451"/>
                  </a:lnTo>
                  <a:lnTo>
                    <a:pt x="250" y="1430"/>
                  </a:lnTo>
                  <a:lnTo>
                    <a:pt x="248" y="1405"/>
                  </a:lnTo>
                  <a:lnTo>
                    <a:pt x="247" y="1377"/>
                  </a:lnTo>
                  <a:lnTo>
                    <a:pt x="248" y="1347"/>
                  </a:lnTo>
                  <a:lnTo>
                    <a:pt x="252" y="1318"/>
                  </a:lnTo>
                  <a:lnTo>
                    <a:pt x="257" y="1295"/>
                  </a:lnTo>
                  <a:lnTo>
                    <a:pt x="259" y="1269"/>
                  </a:lnTo>
                  <a:lnTo>
                    <a:pt x="261" y="1240"/>
                  </a:lnTo>
                  <a:lnTo>
                    <a:pt x="235" y="1231"/>
                  </a:lnTo>
                  <a:lnTo>
                    <a:pt x="211" y="1223"/>
                  </a:lnTo>
                  <a:lnTo>
                    <a:pt x="190" y="1215"/>
                  </a:lnTo>
                  <a:lnTo>
                    <a:pt x="170" y="1208"/>
                  </a:lnTo>
                  <a:lnTo>
                    <a:pt x="156" y="1203"/>
                  </a:lnTo>
                  <a:lnTo>
                    <a:pt x="146" y="1198"/>
                  </a:lnTo>
                  <a:lnTo>
                    <a:pt x="141" y="1197"/>
                  </a:lnTo>
                  <a:lnTo>
                    <a:pt x="140" y="1194"/>
                  </a:lnTo>
                  <a:lnTo>
                    <a:pt x="141" y="1186"/>
                  </a:lnTo>
                  <a:lnTo>
                    <a:pt x="145" y="1174"/>
                  </a:lnTo>
                  <a:lnTo>
                    <a:pt x="150" y="1160"/>
                  </a:lnTo>
                  <a:lnTo>
                    <a:pt x="168" y="1111"/>
                  </a:lnTo>
                  <a:lnTo>
                    <a:pt x="172" y="1096"/>
                  </a:lnTo>
                  <a:lnTo>
                    <a:pt x="176" y="1083"/>
                  </a:lnTo>
                  <a:lnTo>
                    <a:pt x="178" y="1072"/>
                  </a:lnTo>
                  <a:lnTo>
                    <a:pt x="183" y="1055"/>
                  </a:lnTo>
                  <a:lnTo>
                    <a:pt x="190" y="1036"/>
                  </a:lnTo>
                  <a:lnTo>
                    <a:pt x="197" y="1013"/>
                  </a:lnTo>
                  <a:lnTo>
                    <a:pt x="205" y="989"/>
                  </a:lnTo>
                  <a:lnTo>
                    <a:pt x="213" y="966"/>
                  </a:lnTo>
                  <a:lnTo>
                    <a:pt x="221" y="944"/>
                  </a:lnTo>
                  <a:lnTo>
                    <a:pt x="228" y="923"/>
                  </a:lnTo>
                  <a:lnTo>
                    <a:pt x="235" y="905"/>
                  </a:lnTo>
                  <a:lnTo>
                    <a:pt x="240" y="892"/>
                  </a:lnTo>
                  <a:lnTo>
                    <a:pt x="243" y="884"/>
                  </a:lnTo>
                  <a:lnTo>
                    <a:pt x="246" y="875"/>
                  </a:lnTo>
                  <a:lnTo>
                    <a:pt x="247" y="869"/>
                  </a:lnTo>
                  <a:lnTo>
                    <a:pt x="247" y="866"/>
                  </a:lnTo>
                  <a:lnTo>
                    <a:pt x="244" y="865"/>
                  </a:lnTo>
                  <a:lnTo>
                    <a:pt x="243" y="863"/>
                  </a:lnTo>
                  <a:lnTo>
                    <a:pt x="243" y="860"/>
                  </a:lnTo>
                  <a:lnTo>
                    <a:pt x="249" y="842"/>
                  </a:lnTo>
                  <a:lnTo>
                    <a:pt x="254" y="830"/>
                  </a:lnTo>
                  <a:lnTo>
                    <a:pt x="259" y="816"/>
                  </a:lnTo>
                  <a:lnTo>
                    <a:pt x="266" y="803"/>
                  </a:lnTo>
                  <a:lnTo>
                    <a:pt x="271" y="791"/>
                  </a:lnTo>
                  <a:lnTo>
                    <a:pt x="278" y="776"/>
                  </a:lnTo>
                  <a:lnTo>
                    <a:pt x="285" y="759"/>
                  </a:lnTo>
                  <a:lnTo>
                    <a:pt x="301" y="719"/>
                  </a:lnTo>
                  <a:lnTo>
                    <a:pt x="308" y="699"/>
                  </a:lnTo>
                  <a:lnTo>
                    <a:pt x="315" y="682"/>
                  </a:lnTo>
                  <a:lnTo>
                    <a:pt x="321" y="668"/>
                  </a:lnTo>
                  <a:lnTo>
                    <a:pt x="324" y="659"/>
                  </a:lnTo>
                  <a:lnTo>
                    <a:pt x="328" y="648"/>
                  </a:lnTo>
                  <a:lnTo>
                    <a:pt x="328" y="641"/>
                  </a:lnTo>
                  <a:lnTo>
                    <a:pt x="326" y="638"/>
                  </a:lnTo>
                  <a:lnTo>
                    <a:pt x="323" y="637"/>
                  </a:lnTo>
                  <a:lnTo>
                    <a:pt x="320" y="635"/>
                  </a:lnTo>
                  <a:lnTo>
                    <a:pt x="314" y="634"/>
                  </a:lnTo>
                  <a:lnTo>
                    <a:pt x="305" y="632"/>
                  </a:lnTo>
                  <a:lnTo>
                    <a:pt x="297" y="627"/>
                  </a:lnTo>
                  <a:lnTo>
                    <a:pt x="284" y="619"/>
                  </a:lnTo>
                  <a:lnTo>
                    <a:pt x="270" y="615"/>
                  </a:lnTo>
                  <a:lnTo>
                    <a:pt x="265" y="610"/>
                  </a:lnTo>
                  <a:lnTo>
                    <a:pt x="258" y="599"/>
                  </a:lnTo>
                  <a:lnTo>
                    <a:pt x="241" y="558"/>
                  </a:lnTo>
                  <a:lnTo>
                    <a:pt x="236" y="547"/>
                  </a:lnTo>
                  <a:lnTo>
                    <a:pt x="233" y="535"/>
                  </a:lnTo>
                  <a:lnTo>
                    <a:pt x="232" y="521"/>
                  </a:lnTo>
                  <a:lnTo>
                    <a:pt x="230" y="505"/>
                  </a:lnTo>
                  <a:lnTo>
                    <a:pt x="229" y="490"/>
                  </a:lnTo>
                  <a:lnTo>
                    <a:pt x="228" y="477"/>
                  </a:lnTo>
                  <a:lnTo>
                    <a:pt x="227" y="470"/>
                  </a:lnTo>
                  <a:lnTo>
                    <a:pt x="226" y="462"/>
                  </a:lnTo>
                  <a:lnTo>
                    <a:pt x="223" y="451"/>
                  </a:lnTo>
                  <a:lnTo>
                    <a:pt x="222" y="437"/>
                  </a:lnTo>
                  <a:lnTo>
                    <a:pt x="222" y="425"/>
                  </a:lnTo>
                  <a:lnTo>
                    <a:pt x="225" y="417"/>
                  </a:lnTo>
                  <a:lnTo>
                    <a:pt x="227" y="411"/>
                  </a:lnTo>
                  <a:lnTo>
                    <a:pt x="228" y="401"/>
                  </a:lnTo>
                  <a:lnTo>
                    <a:pt x="229" y="388"/>
                  </a:lnTo>
                  <a:lnTo>
                    <a:pt x="229" y="374"/>
                  </a:lnTo>
                  <a:lnTo>
                    <a:pt x="228" y="362"/>
                  </a:lnTo>
                  <a:lnTo>
                    <a:pt x="223" y="344"/>
                  </a:lnTo>
                  <a:lnTo>
                    <a:pt x="226" y="333"/>
                  </a:lnTo>
                  <a:lnTo>
                    <a:pt x="230" y="323"/>
                  </a:lnTo>
                  <a:lnTo>
                    <a:pt x="236" y="313"/>
                  </a:lnTo>
                  <a:lnTo>
                    <a:pt x="242" y="309"/>
                  </a:lnTo>
                  <a:lnTo>
                    <a:pt x="247" y="303"/>
                  </a:lnTo>
                  <a:lnTo>
                    <a:pt x="249" y="295"/>
                  </a:lnTo>
                  <a:lnTo>
                    <a:pt x="249" y="281"/>
                  </a:lnTo>
                  <a:lnTo>
                    <a:pt x="251" y="260"/>
                  </a:lnTo>
                  <a:lnTo>
                    <a:pt x="254" y="249"/>
                  </a:lnTo>
                  <a:lnTo>
                    <a:pt x="256" y="244"/>
                  </a:lnTo>
                  <a:lnTo>
                    <a:pt x="257" y="238"/>
                  </a:lnTo>
                  <a:lnTo>
                    <a:pt x="256" y="226"/>
                  </a:lnTo>
                  <a:lnTo>
                    <a:pt x="255" y="212"/>
                  </a:lnTo>
                  <a:lnTo>
                    <a:pt x="255" y="180"/>
                  </a:lnTo>
                  <a:lnTo>
                    <a:pt x="257" y="159"/>
                  </a:lnTo>
                  <a:lnTo>
                    <a:pt x="264" y="137"/>
                  </a:lnTo>
                  <a:lnTo>
                    <a:pt x="273" y="118"/>
                  </a:lnTo>
                  <a:lnTo>
                    <a:pt x="284" y="104"/>
                  </a:lnTo>
                  <a:lnTo>
                    <a:pt x="294" y="97"/>
                  </a:lnTo>
                  <a:lnTo>
                    <a:pt x="309" y="91"/>
                  </a:lnTo>
                  <a:lnTo>
                    <a:pt x="329" y="86"/>
                  </a:lnTo>
                  <a:lnTo>
                    <a:pt x="349" y="84"/>
                  </a:lnTo>
                  <a:lnTo>
                    <a:pt x="367" y="82"/>
                  </a:lnTo>
                  <a:lnTo>
                    <a:pt x="400" y="80"/>
                  </a:lnTo>
                  <a:lnTo>
                    <a:pt x="419" y="77"/>
                  </a:lnTo>
                  <a:lnTo>
                    <a:pt x="440" y="75"/>
                  </a:lnTo>
                  <a:lnTo>
                    <a:pt x="460" y="73"/>
                  </a:lnTo>
                  <a:lnTo>
                    <a:pt x="479" y="71"/>
                  </a:lnTo>
                  <a:lnTo>
                    <a:pt x="492" y="70"/>
                  </a:lnTo>
                  <a:lnTo>
                    <a:pt x="504" y="68"/>
                  </a:lnTo>
                  <a:lnTo>
                    <a:pt x="513" y="61"/>
                  </a:lnTo>
                  <a:lnTo>
                    <a:pt x="523" y="53"/>
                  </a:lnTo>
                  <a:lnTo>
                    <a:pt x="528" y="45"/>
                  </a:lnTo>
                  <a:lnTo>
                    <a:pt x="533" y="38"/>
                  </a:lnTo>
                  <a:lnTo>
                    <a:pt x="534" y="35"/>
                  </a:lnTo>
                  <a:lnTo>
                    <a:pt x="538" y="30"/>
                  </a:lnTo>
                  <a:lnTo>
                    <a:pt x="542" y="20"/>
                  </a:lnTo>
                  <a:lnTo>
                    <a:pt x="546" y="12"/>
                  </a:lnTo>
                  <a:lnTo>
                    <a:pt x="552" y="0"/>
                  </a:lnTo>
                  <a:close/>
                </a:path>
              </a:pathLst>
            </a:custGeom>
            <a:grpFill/>
            <a:ln w="0">
              <a:noFill/>
              <a:prstDash val="solid"/>
              <a:round/>
            </a:ln>
          </p:spPr>
          <p:txBody>
            <a:bodyPr vert="horz" wrap="square" lIns="91416" tIns="45708" rIns="91416" bIns="45708" numCol="1" anchor="t" anchorCtr="0" compatLnSpc="1"/>
            <a:lstStyle/>
            <a:p>
              <a:endParaRPr lang="en-US" sz="2400"/>
            </a:p>
          </p:txBody>
        </p:sp>
      </p:grpSp>
      <p:grpSp>
        <p:nvGrpSpPr>
          <p:cNvPr id="9" name="Group 8"/>
          <p:cNvGrpSpPr/>
          <p:nvPr/>
        </p:nvGrpSpPr>
        <p:grpSpPr>
          <a:xfrm>
            <a:off x="5626436" y="3349961"/>
            <a:ext cx="5714999" cy="1259474"/>
            <a:chOff x="3427412" y="4495800"/>
            <a:chExt cx="5715000" cy="1259474"/>
          </a:xfrm>
        </p:grpSpPr>
        <p:sp>
          <p:nvSpPr>
            <p:cNvPr id="10" name="TextBox 9"/>
            <p:cNvSpPr txBox="1"/>
            <p:nvPr/>
          </p:nvSpPr>
          <p:spPr>
            <a:xfrm>
              <a:off x="4173771" y="4579205"/>
              <a:ext cx="4222312" cy="1015663"/>
            </a:xfrm>
            <a:prstGeom prst="rect">
              <a:avLst/>
            </a:prstGeom>
            <a:noFill/>
          </p:spPr>
          <p:txBody>
            <a:bodyPr wrap="none" rtlCol="0" anchor="ctr">
              <a:spAutoFit/>
            </a:bodyPr>
            <a:lstStyle/>
            <a:p>
              <a:pPr algn="ctr"/>
              <a:r>
                <a:rPr lang="en-US" sz="6000" b="1" dirty="0" smtClean="0">
                  <a:solidFill>
                    <a:prstClr val="white"/>
                  </a:solidFill>
                  <a:latin typeface="Segoe UI Light" panose="020B0502040204020203" pitchFamily="34" charset="0"/>
                </a:rPr>
                <a:t>Key Features</a:t>
              </a:r>
              <a:endParaRPr lang="en-US" sz="6000" b="1" dirty="0">
                <a:solidFill>
                  <a:prstClr val="white"/>
                </a:solidFill>
                <a:latin typeface="Segoe UI Light" panose="020B0502040204020203" pitchFamily="34" charset="0"/>
              </a:endParaRPr>
            </a:p>
          </p:txBody>
        </p:sp>
        <p:grpSp>
          <p:nvGrpSpPr>
            <p:cNvPr id="11" name="Group 10"/>
            <p:cNvGrpSpPr/>
            <p:nvPr/>
          </p:nvGrpSpPr>
          <p:grpSpPr>
            <a:xfrm>
              <a:off x="3427412" y="4495800"/>
              <a:ext cx="5715000" cy="1259474"/>
              <a:chOff x="3427412" y="4495800"/>
              <a:chExt cx="5715000" cy="1259474"/>
            </a:xfrm>
          </p:grpSpPr>
          <p:cxnSp>
            <p:nvCxnSpPr>
              <p:cNvPr id="12" name="Straight Connector 11"/>
              <p:cNvCxnSpPr/>
              <p:nvPr/>
            </p:nvCxnSpPr>
            <p:spPr>
              <a:xfrm>
                <a:off x="3427412" y="4495800"/>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27412" y="5753686"/>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859" y="-381000"/>
            <a:ext cx="11074400" cy="1143000"/>
          </a:xfrm>
        </p:spPr>
        <p:txBody>
          <a:bodyPr/>
          <a:lstStyle/>
          <a:p>
            <a:r>
              <a:rPr lang="en-US" u="sng" dirty="0" smtClean="0">
                <a:solidFill>
                  <a:schemeClr val="bg1"/>
                </a:solidFill>
              </a:rPr>
              <a:t>Key Features of FeedBot</a:t>
            </a:r>
            <a:endParaRPr lang="en-US" u="sng" dirty="0">
              <a:solidFill>
                <a:schemeClr val="bg1"/>
              </a:solidFill>
            </a:endParaRPr>
          </a:p>
        </p:txBody>
      </p:sp>
      <p:sp>
        <p:nvSpPr>
          <p:cNvPr id="3" name="Text Box 2"/>
          <p:cNvSpPr txBox="1"/>
          <p:nvPr/>
        </p:nvSpPr>
        <p:spPr>
          <a:xfrm>
            <a:off x="457200" y="838200"/>
            <a:ext cx="9658350" cy="5908040"/>
          </a:xfrm>
          <a:prstGeom prst="rect">
            <a:avLst/>
          </a:prstGeom>
          <a:noFill/>
        </p:spPr>
        <p:txBody>
          <a:bodyPr wrap="square" rtlCol="0" anchor="t">
            <a:spAutoFit/>
          </a:bodyPr>
          <a:p>
            <a:r>
              <a:rPr lang="en-US" sz="2100" b="1">
                <a:solidFill>
                  <a:schemeClr val="bg1"/>
                </a:solidFill>
              </a:rPr>
              <a:t>Intelligent Scheduling</a:t>
            </a:r>
            <a:r>
              <a:rPr lang="en-US" sz="2100">
                <a:solidFill>
                  <a:schemeClr val="bg1"/>
                </a:solidFill>
              </a:rPr>
              <a:t>: Personalized appliance schedules to avoid overuse, preventing accidents.</a:t>
            </a:r>
            <a:endParaRPr lang="en-US" sz="2100">
              <a:solidFill>
                <a:schemeClr val="bg1"/>
              </a:solidFill>
            </a:endParaRPr>
          </a:p>
          <a:p>
            <a:endParaRPr lang="en-US" sz="2100">
              <a:solidFill>
                <a:schemeClr val="bg1"/>
              </a:solidFill>
            </a:endParaRPr>
          </a:p>
          <a:p>
            <a:r>
              <a:rPr lang="en-US" sz="2100" b="1">
                <a:solidFill>
                  <a:schemeClr val="bg1"/>
                </a:solidFill>
              </a:rPr>
              <a:t>Home Automation &amp; Sensor Integration</a:t>
            </a:r>
            <a:r>
              <a:rPr lang="en-US" sz="2100">
                <a:solidFill>
                  <a:schemeClr val="bg1"/>
                </a:solidFill>
              </a:rPr>
              <a:t>: Customizable smart home automation, enhancing comfort and efficiency.</a:t>
            </a:r>
            <a:endParaRPr lang="en-US" sz="2100">
              <a:solidFill>
                <a:schemeClr val="bg1"/>
              </a:solidFill>
            </a:endParaRPr>
          </a:p>
          <a:p>
            <a:endParaRPr lang="en-US" sz="2100">
              <a:solidFill>
                <a:schemeClr val="bg1"/>
              </a:solidFill>
            </a:endParaRPr>
          </a:p>
          <a:p>
            <a:r>
              <a:rPr lang="en-US" sz="2100" b="1">
                <a:solidFill>
                  <a:schemeClr val="bg1"/>
                </a:solidFill>
              </a:rPr>
              <a:t>Remote Accessibility</a:t>
            </a:r>
            <a:r>
              <a:rPr lang="en-US" sz="2100">
                <a:solidFill>
                  <a:schemeClr val="bg1"/>
                </a:solidFill>
              </a:rPr>
              <a:t>: Control appliances from anywhere, ensuring safety and convenience.</a:t>
            </a:r>
            <a:endParaRPr lang="en-US" sz="2100">
              <a:solidFill>
                <a:schemeClr val="bg1"/>
              </a:solidFill>
            </a:endParaRPr>
          </a:p>
          <a:p>
            <a:endParaRPr lang="en-US" sz="2100">
              <a:solidFill>
                <a:schemeClr val="bg1"/>
              </a:solidFill>
            </a:endParaRPr>
          </a:p>
          <a:p>
            <a:r>
              <a:rPr lang="en-US" sz="2100" b="1">
                <a:solidFill>
                  <a:schemeClr val="bg1"/>
                </a:solidFill>
              </a:rPr>
              <a:t>Energy Efficiency</a:t>
            </a:r>
            <a:r>
              <a:rPr lang="en-US" sz="2100">
                <a:solidFill>
                  <a:schemeClr val="bg1"/>
                </a:solidFill>
              </a:rPr>
              <a:t>: Reduces energy wastage, trimming down electricity bills and carbon footprint.</a:t>
            </a:r>
            <a:endParaRPr lang="en-US" sz="2100">
              <a:solidFill>
                <a:schemeClr val="bg1"/>
              </a:solidFill>
            </a:endParaRPr>
          </a:p>
          <a:p>
            <a:endParaRPr lang="en-US" sz="2100">
              <a:solidFill>
                <a:schemeClr val="bg1"/>
              </a:solidFill>
            </a:endParaRPr>
          </a:p>
          <a:p>
            <a:r>
              <a:rPr lang="en-US" sz="2100" b="1">
                <a:solidFill>
                  <a:schemeClr val="bg1"/>
                </a:solidFill>
              </a:rPr>
              <a:t>Appliance Safety</a:t>
            </a:r>
            <a:r>
              <a:rPr lang="en-US" sz="2100">
                <a:solidFill>
                  <a:schemeClr val="bg1"/>
                </a:solidFill>
              </a:rPr>
              <a:t>: Automatic shutdown minimizes fire hazards, ensuring home safety.</a:t>
            </a:r>
            <a:endParaRPr lang="en-US" sz="2100">
              <a:solidFill>
                <a:schemeClr val="bg1"/>
              </a:solidFill>
            </a:endParaRPr>
          </a:p>
          <a:p>
            <a:endParaRPr lang="en-US" sz="2100">
              <a:solidFill>
                <a:schemeClr val="bg1"/>
              </a:solidFill>
            </a:endParaRPr>
          </a:p>
          <a:p>
            <a:r>
              <a:rPr lang="en-US" sz="2100" b="1">
                <a:solidFill>
                  <a:schemeClr val="bg1"/>
                </a:solidFill>
              </a:rPr>
              <a:t>Feedback Mechanism: </a:t>
            </a:r>
            <a:r>
              <a:rPr lang="en-US" sz="2100">
                <a:solidFill>
                  <a:schemeClr val="bg1"/>
                </a:solidFill>
              </a:rPr>
              <a:t>SafeSwitch incorporates a feedback mechanism that allows users to remotely determine the status of their appliances, providing real-time insights into which devices are powered on or off.</a:t>
            </a:r>
            <a:endParaRPr lang="en-US" sz="2100">
              <a:solidFill>
                <a:schemeClr val="bg1"/>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Oval 307"/>
          <p:cNvSpPr/>
          <p:nvPr/>
        </p:nvSpPr>
        <p:spPr>
          <a:xfrm>
            <a:off x="-309423" y="5336351"/>
            <a:ext cx="3415567" cy="102901"/>
          </a:xfrm>
          <a:prstGeom prst="ellipse">
            <a:avLst/>
          </a:prstGeom>
          <a:gradFill flip="none" rotWithShape="1">
            <a:gsLst>
              <a:gs pos="0">
                <a:schemeClr val="tx1"/>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algn="ctr" defTabSz="914400">
              <a:defRPr/>
            </a:pPr>
            <a:endParaRPr lang="en-US" sz="1800" kern="0">
              <a:solidFill>
                <a:sysClr val="window" lastClr="FFFFFF"/>
              </a:solidFill>
            </a:endParaRPr>
          </a:p>
        </p:txBody>
      </p:sp>
      <p:sp>
        <p:nvSpPr>
          <p:cNvPr id="309" name="Content Placeholder 4"/>
          <p:cNvSpPr txBox="1"/>
          <p:nvPr/>
        </p:nvSpPr>
        <p:spPr>
          <a:xfrm>
            <a:off x="5550159"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6" name="Group 22"/>
          <p:cNvGrpSpPr/>
          <p:nvPr/>
        </p:nvGrpSpPr>
        <p:grpSpPr>
          <a:xfrm>
            <a:off x="838200" y="3115954"/>
            <a:ext cx="880645" cy="2218049"/>
            <a:chOff x="4413250" y="1588"/>
            <a:chExt cx="2041525" cy="5141912"/>
          </a:xfrm>
          <a:solidFill>
            <a:schemeClr val="tx1">
              <a:alpha val="65000"/>
            </a:schemeClr>
          </a:solidFill>
          <a:effectLst/>
        </p:grpSpPr>
        <p:sp>
          <p:nvSpPr>
            <p:cNvPr id="7" name="Freeform 13"/>
            <p:cNvSpPr/>
            <p:nvPr/>
          </p:nvSpPr>
          <p:spPr bwMode="auto">
            <a:xfrm>
              <a:off x="5189538" y="1588"/>
              <a:ext cx="522288" cy="833438"/>
            </a:xfrm>
            <a:custGeom>
              <a:avLst/>
              <a:gdLst/>
              <a:ahLst/>
              <a:cxnLst>
                <a:cxn ang="0">
                  <a:pos x="159" y="0"/>
                </a:cxn>
                <a:cxn ang="0">
                  <a:pos x="198" y="5"/>
                </a:cxn>
                <a:cxn ang="0">
                  <a:pos x="236" y="15"/>
                </a:cxn>
                <a:cxn ang="0">
                  <a:pos x="260" y="32"/>
                </a:cxn>
                <a:cxn ang="0">
                  <a:pos x="272" y="49"/>
                </a:cxn>
                <a:cxn ang="0">
                  <a:pos x="279" y="62"/>
                </a:cxn>
                <a:cxn ang="0">
                  <a:pos x="289" y="87"/>
                </a:cxn>
                <a:cxn ang="0">
                  <a:pos x="301" y="130"/>
                </a:cxn>
                <a:cxn ang="0">
                  <a:pos x="305" y="155"/>
                </a:cxn>
                <a:cxn ang="0">
                  <a:pos x="306" y="183"/>
                </a:cxn>
                <a:cxn ang="0">
                  <a:pos x="307" y="201"/>
                </a:cxn>
                <a:cxn ang="0">
                  <a:pos x="312" y="198"/>
                </a:cxn>
                <a:cxn ang="0">
                  <a:pos x="319" y="194"/>
                </a:cxn>
                <a:cxn ang="0">
                  <a:pos x="325" y="198"/>
                </a:cxn>
                <a:cxn ang="0">
                  <a:pos x="329" y="218"/>
                </a:cxn>
                <a:cxn ang="0">
                  <a:pos x="328" y="240"/>
                </a:cxn>
                <a:cxn ang="0">
                  <a:pos x="322" y="269"/>
                </a:cxn>
                <a:cxn ang="0">
                  <a:pos x="316" y="290"/>
                </a:cxn>
                <a:cxn ang="0">
                  <a:pos x="313" y="296"/>
                </a:cxn>
                <a:cxn ang="0">
                  <a:pos x="309" y="296"/>
                </a:cxn>
                <a:cxn ang="0">
                  <a:pos x="304" y="292"/>
                </a:cxn>
                <a:cxn ang="0">
                  <a:pos x="299" y="291"/>
                </a:cxn>
                <a:cxn ang="0">
                  <a:pos x="298" y="298"/>
                </a:cxn>
                <a:cxn ang="0">
                  <a:pos x="293" y="315"/>
                </a:cxn>
                <a:cxn ang="0">
                  <a:pos x="279" y="351"/>
                </a:cxn>
                <a:cxn ang="0">
                  <a:pos x="274" y="368"/>
                </a:cxn>
                <a:cxn ang="0">
                  <a:pos x="272" y="398"/>
                </a:cxn>
                <a:cxn ang="0">
                  <a:pos x="274" y="428"/>
                </a:cxn>
                <a:cxn ang="0">
                  <a:pos x="181" y="525"/>
                </a:cxn>
                <a:cxn ang="0">
                  <a:pos x="126" y="483"/>
                </a:cxn>
                <a:cxn ang="0">
                  <a:pos x="112" y="470"/>
                </a:cxn>
                <a:cxn ang="0">
                  <a:pos x="93" y="450"/>
                </a:cxn>
                <a:cxn ang="0">
                  <a:pos x="76" y="432"/>
                </a:cxn>
                <a:cxn ang="0">
                  <a:pos x="71" y="418"/>
                </a:cxn>
                <a:cxn ang="0">
                  <a:pos x="64" y="389"/>
                </a:cxn>
                <a:cxn ang="0">
                  <a:pos x="56" y="350"/>
                </a:cxn>
                <a:cxn ang="0">
                  <a:pos x="49" y="321"/>
                </a:cxn>
                <a:cxn ang="0">
                  <a:pos x="46" y="308"/>
                </a:cxn>
                <a:cxn ang="0">
                  <a:pos x="39" y="299"/>
                </a:cxn>
                <a:cxn ang="0">
                  <a:pos x="35" y="306"/>
                </a:cxn>
                <a:cxn ang="0">
                  <a:pos x="25" y="305"/>
                </a:cxn>
                <a:cxn ang="0">
                  <a:pos x="18" y="292"/>
                </a:cxn>
                <a:cxn ang="0">
                  <a:pos x="10" y="271"/>
                </a:cxn>
                <a:cxn ang="0">
                  <a:pos x="3" y="254"/>
                </a:cxn>
                <a:cxn ang="0">
                  <a:pos x="0" y="230"/>
                </a:cxn>
                <a:cxn ang="0">
                  <a:pos x="2" y="207"/>
                </a:cxn>
                <a:cxn ang="0">
                  <a:pos x="8" y="204"/>
                </a:cxn>
                <a:cxn ang="0">
                  <a:pos x="17" y="213"/>
                </a:cxn>
                <a:cxn ang="0">
                  <a:pos x="24" y="222"/>
                </a:cxn>
                <a:cxn ang="0">
                  <a:pos x="24" y="220"/>
                </a:cxn>
                <a:cxn ang="0">
                  <a:pos x="23" y="207"/>
                </a:cxn>
                <a:cxn ang="0">
                  <a:pos x="22" y="178"/>
                </a:cxn>
                <a:cxn ang="0">
                  <a:pos x="23" y="144"/>
                </a:cxn>
                <a:cxn ang="0">
                  <a:pos x="27" y="96"/>
                </a:cxn>
                <a:cxn ang="0">
                  <a:pos x="31" y="80"/>
                </a:cxn>
                <a:cxn ang="0">
                  <a:pos x="43" y="60"/>
                </a:cxn>
                <a:cxn ang="0">
                  <a:pos x="57" y="37"/>
                </a:cxn>
                <a:cxn ang="0">
                  <a:pos x="67" y="23"/>
                </a:cxn>
                <a:cxn ang="0">
                  <a:pos x="87" y="13"/>
                </a:cxn>
                <a:cxn ang="0">
                  <a:pos x="116" y="5"/>
                </a:cxn>
                <a:cxn ang="0">
                  <a:pos x="141" y="0"/>
                </a:cxn>
              </a:cxnLst>
              <a:rect l="0" t="0" r="r" b="b"/>
              <a:pathLst>
                <a:path w="329" h="525">
                  <a:moveTo>
                    <a:pt x="141" y="0"/>
                  </a:moveTo>
                  <a:lnTo>
                    <a:pt x="159" y="0"/>
                  </a:lnTo>
                  <a:lnTo>
                    <a:pt x="177" y="1"/>
                  </a:lnTo>
                  <a:lnTo>
                    <a:pt x="198" y="5"/>
                  </a:lnTo>
                  <a:lnTo>
                    <a:pt x="220" y="9"/>
                  </a:lnTo>
                  <a:lnTo>
                    <a:pt x="236" y="15"/>
                  </a:lnTo>
                  <a:lnTo>
                    <a:pt x="249" y="22"/>
                  </a:lnTo>
                  <a:lnTo>
                    <a:pt x="260" y="32"/>
                  </a:lnTo>
                  <a:lnTo>
                    <a:pt x="267" y="41"/>
                  </a:lnTo>
                  <a:lnTo>
                    <a:pt x="272" y="49"/>
                  </a:lnTo>
                  <a:lnTo>
                    <a:pt x="276" y="55"/>
                  </a:lnTo>
                  <a:lnTo>
                    <a:pt x="279" y="62"/>
                  </a:lnTo>
                  <a:lnTo>
                    <a:pt x="284" y="73"/>
                  </a:lnTo>
                  <a:lnTo>
                    <a:pt x="289" y="87"/>
                  </a:lnTo>
                  <a:lnTo>
                    <a:pt x="298" y="118"/>
                  </a:lnTo>
                  <a:lnTo>
                    <a:pt x="301" y="130"/>
                  </a:lnTo>
                  <a:lnTo>
                    <a:pt x="304" y="142"/>
                  </a:lnTo>
                  <a:lnTo>
                    <a:pt x="305" y="155"/>
                  </a:lnTo>
                  <a:lnTo>
                    <a:pt x="305" y="169"/>
                  </a:lnTo>
                  <a:lnTo>
                    <a:pt x="306" y="183"/>
                  </a:lnTo>
                  <a:lnTo>
                    <a:pt x="306" y="200"/>
                  </a:lnTo>
                  <a:lnTo>
                    <a:pt x="307" y="201"/>
                  </a:lnTo>
                  <a:lnTo>
                    <a:pt x="309" y="200"/>
                  </a:lnTo>
                  <a:lnTo>
                    <a:pt x="312" y="198"/>
                  </a:lnTo>
                  <a:lnTo>
                    <a:pt x="315" y="196"/>
                  </a:lnTo>
                  <a:lnTo>
                    <a:pt x="319" y="194"/>
                  </a:lnTo>
                  <a:lnTo>
                    <a:pt x="321" y="193"/>
                  </a:lnTo>
                  <a:lnTo>
                    <a:pt x="325" y="198"/>
                  </a:lnTo>
                  <a:lnTo>
                    <a:pt x="328" y="206"/>
                  </a:lnTo>
                  <a:lnTo>
                    <a:pt x="329" y="218"/>
                  </a:lnTo>
                  <a:lnTo>
                    <a:pt x="329" y="227"/>
                  </a:lnTo>
                  <a:lnTo>
                    <a:pt x="328" y="240"/>
                  </a:lnTo>
                  <a:lnTo>
                    <a:pt x="326" y="255"/>
                  </a:lnTo>
                  <a:lnTo>
                    <a:pt x="322" y="269"/>
                  </a:lnTo>
                  <a:lnTo>
                    <a:pt x="319" y="282"/>
                  </a:lnTo>
                  <a:lnTo>
                    <a:pt x="316" y="290"/>
                  </a:lnTo>
                  <a:lnTo>
                    <a:pt x="314" y="293"/>
                  </a:lnTo>
                  <a:lnTo>
                    <a:pt x="313" y="296"/>
                  </a:lnTo>
                  <a:lnTo>
                    <a:pt x="311" y="297"/>
                  </a:lnTo>
                  <a:lnTo>
                    <a:pt x="309" y="296"/>
                  </a:lnTo>
                  <a:lnTo>
                    <a:pt x="305" y="293"/>
                  </a:lnTo>
                  <a:lnTo>
                    <a:pt x="304" y="292"/>
                  </a:lnTo>
                  <a:lnTo>
                    <a:pt x="301" y="291"/>
                  </a:lnTo>
                  <a:lnTo>
                    <a:pt x="299" y="291"/>
                  </a:lnTo>
                  <a:lnTo>
                    <a:pt x="299" y="294"/>
                  </a:lnTo>
                  <a:lnTo>
                    <a:pt x="298" y="298"/>
                  </a:lnTo>
                  <a:lnTo>
                    <a:pt x="298" y="301"/>
                  </a:lnTo>
                  <a:lnTo>
                    <a:pt x="293" y="315"/>
                  </a:lnTo>
                  <a:lnTo>
                    <a:pt x="284" y="339"/>
                  </a:lnTo>
                  <a:lnTo>
                    <a:pt x="279" y="351"/>
                  </a:lnTo>
                  <a:lnTo>
                    <a:pt x="276" y="361"/>
                  </a:lnTo>
                  <a:lnTo>
                    <a:pt x="274" y="368"/>
                  </a:lnTo>
                  <a:lnTo>
                    <a:pt x="272" y="375"/>
                  </a:lnTo>
                  <a:lnTo>
                    <a:pt x="272" y="398"/>
                  </a:lnTo>
                  <a:lnTo>
                    <a:pt x="274" y="411"/>
                  </a:lnTo>
                  <a:lnTo>
                    <a:pt x="274" y="428"/>
                  </a:lnTo>
                  <a:lnTo>
                    <a:pt x="255" y="489"/>
                  </a:lnTo>
                  <a:lnTo>
                    <a:pt x="181" y="525"/>
                  </a:lnTo>
                  <a:lnTo>
                    <a:pt x="129" y="485"/>
                  </a:lnTo>
                  <a:lnTo>
                    <a:pt x="126" y="483"/>
                  </a:lnTo>
                  <a:lnTo>
                    <a:pt x="121" y="478"/>
                  </a:lnTo>
                  <a:lnTo>
                    <a:pt x="112" y="470"/>
                  </a:lnTo>
                  <a:lnTo>
                    <a:pt x="102" y="461"/>
                  </a:lnTo>
                  <a:lnTo>
                    <a:pt x="93" y="450"/>
                  </a:lnTo>
                  <a:lnTo>
                    <a:pt x="83" y="441"/>
                  </a:lnTo>
                  <a:lnTo>
                    <a:pt x="76" y="432"/>
                  </a:lnTo>
                  <a:lnTo>
                    <a:pt x="73" y="426"/>
                  </a:lnTo>
                  <a:lnTo>
                    <a:pt x="71" y="418"/>
                  </a:lnTo>
                  <a:lnTo>
                    <a:pt x="67" y="405"/>
                  </a:lnTo>
                  <a:lnTo>
                    <a:pt x="64" y="389"/>
                  </a:lnTo>
                  <a:lnTo>
                    <a:pt x="59" y="369"/>
                  </a:lnTo>
                  <a:lnTo>
                    <a:pt x="56" y="350"/>
                  </a:lnTo>
                  <a:lnTo>
                    <a:pt x="52" y="334"/>
                  </a:lnTo>
                  <a:lnTo>
                    <a:pt x="49" y="321"/>
                  </a:lnTo>
                  <a:lnTo>
                    <a:pt x="47" y="313"/>
                  </a:lnTo>
                  <a:lnTo>
                    <a:pt x="46" y="308"/>
                  </a:lnTo>
                  <a:lnTo>
                    <a:pt x="45" y="305"/>
                  </a:lnTo>
                  <a:lnTo>
                    <a:pt x="39" y="299"/>
                  </a:lnTo>
                  <a:lnTo>
                    <a:pt x="37" y="301"/>
                  </a:lnTo>
                  <a:lnTo>
                    <a:pt x="35" y="306"/>
                  </a:lnTo>
                  <a:lnTo>
                    <a:pt x="29" y="306"/>
                  </a:lnTo>
                  <a:lnTo>
                    <a:pt x="25" y="305"/>
                  </a:lnTo>
                  <a:lnTo>
                    <a:pt x="22" y="300"/>
                  </a:lnTo>
                  <a:lnTo>
                    <a:pt x="18" y="292"/>
                  </a:lnTo>
                  <a:lnTo>
                    <a:pt x="15" y="283"/>
                  </a:lnTo>
                  <a:lnTo>
                    <a:pt x="10" y="271"/>
                  </a:lnTo>
                  <a:lnTo>
                    <a:pt x="7" y="262"/>
                  </a:lnTo>
                  <a:lnTo>
                    <a:pt x="3" y="254"/>
                  </a:lnTo>
                  <a:lnTo>
                    <a:pt x="0" y="243"/>
                  </a:lnTo>
                  <a:lnTo>
                    <a:pt x="0" y="230"/>
                  </a:lnTo>
                  <a:lnTo>
                    <a:pt x="1" y="218"/>
                  </a:lnTo>
                  <a:lnTo>
                    <a:pt x="2" y="207"/>
                  </a:lnTo>
                  <a:lnTo>
                    <a:pt x="5" y="204"/>
                  </a:lnTo>
                  <a:lnTo>
                    <a:pt x="8" y="204"/>
                  </a:lnTo>
                  <a:lnTo>
                    <a:pt x="13" y="207"/>
                  </a:lnTo>
                  <a:lnTo>
                    <a:pt x="17" y="213"/>
                  </a:lnTo>
                  <a:lnTo>
                    <a:pt x="22" y="218"/>
                  </a:lnTo>
                  <a:lnTo>
                    <a:pt x="24" y="222"/>
                  </a:lnTo>
                  <a:lnTo>
                    <a:pt x="25" y="223"/>
                  </a:lnTo>
                  <a:lnTo>
                    <a:pt x="24" y="220"/>
                  </a:lnTo>
                  <a:lnTo>
                    <a:pt x="24" y="214"/>
                  </a:lnTo>
                  <a:lnTo>
                    <a:pt x="23" y="207"/>
                  </a:lnTo>
                  <a:lnTo>
                    <a:pt x="22" y="201"/>
                  </a:lnTo>
                  <a:lnTo>
                    <a:pt x="22" y="178"/>
                  </a:lnTo>
                  <a:lnTo>
                    <a:pt x="23" y="162"/>
                  </a:lnTo>
                  <a:lnTo>
                    <a:pt x="23" y="144"/>
                  </a:lnTo>
                  <a:lnTo>
                    <a:pt x="25" y="110"/>
                  </a:lnTo>
                  <a:lnTo>
                    <a:pt x="27" y="96"/>
                  </a:lnTo>
                  <a:lnTo>
                    <a:pt x="28" y="87"/>
                  </a:lnTo>
                  <a:lnTo>
                    <a:pt x="31" y="80"/>
                  </a:lnTo>
                  <a:lnTo>
                    <a:pt x="36" y="70"/>
                  </a:lnTo>
                  <a:lnTo>
                    <a:pt x="43" y="60"/>
                  </a:lnTo>
                  <a:lnTo>
                    <a:pt x="50" y="48"/>
                  </a:lnTo>
                  <a:lnTo>
                    <a:pt x="57" y="37"/>
                  </a:lnTo>
                  <a:lnTo>
                    <a:pt x="63" y="29"/>
                  </a:lnTo>
                  <a:lnTo>
                    <a:pt x="67" y="23"/>
                  </a:lnTo>
                  <a:lnTo>
                    <a:pt x="74" y="19"/>
                  </a:lnTo>
                  <a:lnTo>
                    <a:pt x="87" y="13"/>
                  </a:lnTo>
                  <a:lnTo>
                    <a:pt x="102" y="8"/>
                  </a:lnTo>
                  <a:lnTo>
                    <a:pt x="116" y="5"/>
                  </a:lnTo>
                  <a:lnTo>
                    <a:pt x="129" y="1"/>
                  </a:lnTo>
                  <a:lnTo>
                    <a:pt x="141" y="0"/>
                  </a:lnTo>
                  <a:close/>
                </a:path>
              </a:pathLst>
            </a:custGeom>
            <a:grpFill/>
            <a:ln w="0">
              <a:noFill/>
              <a:prstDash val="solid"/>
              <a:round/>
            </a:ln>
          </p:spPr>
          <p:txBody>
            <a:bodyPr vert="horz" wrap="square" lIns="91416" tIns="45708" rIns="91416" bIns="45708" numCol="1" anchor="t" anchorCtr="0" compatLnSpc="1"/>
            <a:lstStyle/>
            <a:p>
              <a:endParaRPr lang="en-US" sz="2400"/>
            </a:p>
          </p:txBody>
        </p:sp>
        <p:sp>
          <p:nvSpPr>
            <p:cNvPr id="8" name="Freeform 14"/>
            <p:cNvSpPr>
              <a:spLocks noEditPoints="1"/>
            </p:cNvSpPr>
            <p:nvPr/>
          </p:nvSpPr>
          <p:spPr bwMode="auto">
            <a:xfrm>
              <a:off x="4413250" y="638175"/>
              <a:ext cx="2041525" cy="4505325"/>
            </a:xfrm>
            <a:custGeom>
              <a:avLst/>
              <a:gdLst/>
              <a:ahLst/>
              <a:cxnLst>
                <a:cxn ang="0">
                  <a:pos x="622" y="852"/>
                </a:cxn>
                <a:cxn ang="0">
                  <a:pos x="758" y="867"/>
                </a:cxn>
                <a:cxn ang="0">
                  <a:pos x="702" y="726"/>
                </a:cxn>
                <a:cxn ang="0">
                  <a:pos x="579" y="68"/>
                </a:cxn>
                <a:cxn ang="0">
                  <a:pos x="674" y="274"/>
                </a:cxn>
                <a:cxn ang="0">
                  <a:pos x="706" y="375"/>
                </a:cxn>
                <a:cxn ang="0">
                  <a:pos x="753" y="100"/>
                </a:cxn>
                <a:cxn ang="0">
                  <a:pos x="789" y="54"/>
                </a:cxn>
                <a:cxn ang="0">
                  <a:pos x="892" y="102"/>
                </a:cxn>
                <a:cxn ang="0">
                  <a:pos x="1052" y="155"/>
                </a:cxn>
                <a:cxn ang="0">
                  <a:pos x="1066" y="241"/>
                </a:cxn>
                <a:cxn ang="0">
                  <a:pos x="1085" y="302"/>
                </a:cxn>
                <a:cxn ang="0">
                  <a:pos x="1125" y="396"/>
                </a:cxn>
                <a:cxn ang="0">
                  <a:pos x="1117" y="552"/>
                </a:cxn>
                <a:cxn ang="0">
                  <a:pos x="1005" y="615"/>
                </a:cxn>
                <a:cxn ang="0">
                  <a:pos x="1018" y="744"/>
                </a:cxn>
                <a:cxn ang="0">
                  <a:pos x="1070" y="911"/>
                </a:cxn>
                <a:cxn ang="0">
                  <a:pos x="1096" y="1052"/>
                </a:cxn>
                <a:cxn ang="0">
                  <a:pos x="1125" y="1267"/>
                </a:cxn>
                <a:cxn ang="0">
                  <a:pos x="1037" y="1409"/>
                </a:cxn>
                <a:cxn ang="0">
                  <a:pos x="1058" y="1682"/>
                </a:cxn>
                <a:cxn ang="0">
                  <a:pos x="1117" y="2030"/>
                </a:cxn>
                <a:cxn ang="0">
                  <a:pos x="1172" y="2349"/>
                </a:cxn>
                <a:cxn ang="0">
                  <a:pos x="1232" y="2504"/>
                </a:cxn>
                <a:cxn ang="0">
                  <a:pos x="1268" y="2725"/>
                </a:cxn>
                <a:cxn ang="0">
                  <a:pos x="1212" y="2823"/>
                </a:cxn>
                <a:cxn ang="0">
                  <a:pos x="1114" y="2791"/>
                </a:cxn>
                <a:cxn ang="0">
                  <a:pos x="1082" y="2737"/>
                </a:cxn>
                <a:cxn ang="0">
                  <a:pos x="1036" y="2670"/>
                </a:cxn>
                <a:cxn ang="0">
                  <a:pos x="978" y="2549"/>
                </a:cxn>
                <a:cxn ang="0">
                  <a:pos x="907" y="2409"/>
                </a:cxn>
                <a:cxn ang="0">
                  <a:pos x="868" y="2107"/>
                </a:cxn>
                <a:cxn ang="0">
                  <a:pos x="802" y="1791"/>
                </a:cxn>
                <a:cxn ang="0">
                  <a:pos x="698" y="1527"/>
                </a:cxn>
                <a:cxn ang="0">
                  <a:pos x="640" y="1384"/>
                </a:cxn>
                <a:cxn ang="0">
                  <a:pos x="572" y="1619"/>
                </a:cxn>
                <a:cxn ang="0">
                  <a:pos x="479" y="1911"/>
                </a:cxn>
                <a:cxn ang="0">
                  <a:pos x="418" y="2175"/>
                </a:cxn>
                <a:cxn ang="0">
                  <a:pos x="353" y="2438"/>
                </a:cxn>
                <a:cxn ang="0">
                  <a:pos x="287" y="2639"/>
                </a:cxn>
                <a:cxn ang="0">
                  <a:pos x="248" y="2739"/>
                </a:cxn>
                <a:cxn ang="0">
                  <a:pos x="193" y="2793"/>
                </a:cxn>
                <a:cxn ang="0">
                  <a:pos x="29" y="2837"/>
                </a:cxn>
                <a:cxn ang="0">
                  <a:pos x="11" y="2786"/>
                </a:cxn>
                <a:cxn ang="0">
                  <a:pos x="89" y="2646"/>
                </a:cxn>
                <a:cxn ang="0">
                  <a:pos x="106" y="2528"/>
                </a:cxn>
                <a:cxn ang="0">
                  <a:pos x="117" y="2294"/>
                </a:cxn>
                <a:cxn ang="0">
                  <a:pos x="211" y="1940"/>
                </a:cxn>
                <a:cxn ang="0">
                  <a:pos x="232" y="1759"/>
                </a:cxn>
                <a:cxn ang="0">
                  <a:pos x="239" y="1522"/>
                </a:cxn>
                <a:cxn ang="0">
                  <a:pos x="257" y="1295"/>
                </a:cxn>
                <a:cxn ang="0">
                  <a:pos x="140" y="1194"/>
                </a:cxn>
                <a:cxn ang="0">
                  <a:pos x="197" y="1013"/>
                </a:cxn>
                <a:cxn ang="0">
                  <a:pos x="247" y="866"/>
                </a:cxn>
                <a:cxn ang="0">
                  <a:pos x="285" y="759"/>
                </a:cxn>
                <a:cxn ang="0">
                  <a:pos x="320" y="635"/>
                </a:cxn>
                <a:cxn ang="0">
                  <a:pos x="233" y="535"/>
                </a:cxn>
                <a:cxn ang="0">
                  <a:pos x="225" y="417"/>
                </a:cxn>
                <a:cxn ang="0">
                  <a:pos x="242" y="309"/>
                </a:cxn>
                <a:cxn ang="0">
                  <a:pos x="255" y="180"/>
                </a:cxn>
                <a:cxn ang="0">
                  <a:pos x="400" y="80"/>
                </a:cxn>
                <a:cxn ang="0">
                  <a:pos x="533" y="38"/>
                </a:cxn>
              </a:cxnLst>
              <a:rect l="0" t="0" r="r" b="b"/>
              <a:pathLst>
                <a:path w="1286" h="2838">
                  <a:moveTo>
                    <a:pt x="693" y="726"/>
                  </a:moveTo>
                  <a:lnTo>
                    <a:pt x="677" y="728"/>
                  </a:lnTo>
                  <a:lnTo>
                    <a:pt x="672" y="732"/>
                  </a:lnTo>
                  <a:lnTo>
                    <a:pt x="666" y="742"/>
                  </a:lnTo>
                  <a:lnTo>
                    <a:pt x="659" y="756"/>
                  </a:lnTo>
                  <a:lnTo>
                    <a:pt x="651" y="774"/>
                  </a:lnTo>
                  <a:lnTo>
                    <a:pt x="644" y="792"/>
                  </a:lnTo>
                  <a:lnTo>
                    <a:pt x="636" y="813"/>
                  </a:lnTo>
                  <a:lnTo>
                    <a:pt x="629" y="833"/>
                  </a:lnTo>
                  <a:lnTo>
                    <a:pt x="622" y="852"/>
                  </a:lnTo>
                  <a:lnTo>
                    <a:pt x="618" y="868"/>
                  </a:lnTo>
                  <a:lnTo>
                    <a:pt x="614" y="881"/>
                  </a:lnTo>
                  <a:lnTo>
                    <a:pt x="608" y="899"/>
                  </a:lnTo>
                  <a:lnTo>
                    <a:pt x="600" y="923"/>
                  </a:lnTo>
                  <a:lnTo>
                    <a:pt x="591" y="948"/>
                  </a:lnTo>
                  <a:lnTo>
                    <a:pt x="780" y="948"/>
                  </a:lnTo>
                  <a:lnTo>
                    <a:pt x="773" y="923"/>
                  </a:lnTo>
                  <a:lnTo>
                    <a:pt x="766" y="901"/>
                  </a:lnTo>
                  <a:lnTo>
                    <a:pt x="761" y="881"/>
                  </a:lnTo>
                  <a:lnTo>
                    <a:pt x="758" y="867"/>
                  </a:lnTo>
                  <a:lnTo>
                    <a:pt x="754" y="854"/>
                  </a:lnTo>
                  <a:lnTo>
                    <a:pt x="750" y="838"/>
                  </a:lnTo>
                  <a:lnTo>
                    <a:pt x="745" y="820"/>
                  </a:lnTo>
                  <a:lnTo>
                    <a:pt x="738" y="802"/>
                  </a:lnTo>
                  <a:lnTo>
                    <a:pt x="732" y="783"/>
                  </a:lnTo>
                  <a:lnTo>
                    <a:pt x="727" y="766"/>
                  </a:lnTo>
                  <a:lnTo>
                    <a:pt x="721" y="752"/>
                  </a:lnTo>
                  <a:lnTo>
                    <a:pt x="714" y="734"/>
                  </a:lnTo>
                  <a:lnTo>
                    <a:pt x="709" y="730"/>
                  </a:lnTo>
                  <a:lnTo>
                    <a:pt x="702" y="726"/>
                  </a:lnTo>
                  <a:lnTo>
                    <a:pt x="693" y="726"/>
                  </a:lnTo>
                  <a:close/>
                  <a:moveTo>
                    <a:pt x="552" y="0"/>
                  </a:moveTo>
                  <a:lnTo>
                    <a:pt x="555" y="2"/>
                  </a:lnTo>
                  <a:lnTo>
                    <a:pt x="556" y="9"/>
                  </a:lnTo>
                  <a:lnTo>
                    <a:pt x="556" y="19"/>
                  </a:lnTo>
                  <a:lnTo>
                    <a:pt x="557" y="31"/>
                  </a:lnTo>
                  <a:lnTo>
                    <a:pt x="561" y="40"/>
                  </a:lnTo>
                  <a:lnTo>
                    <a:pt x="564" y="46"/>
                  </a:lnTo>
                  <a:lnTo>
                    <a:pt x="571" y="56"/>
                  </a:lnTo>
                  <a:lnTo>
                    <a:pt x="579" y="68"/>
                  </a:lnTo>
                  <a:lnTo>
                    <a:pt x="589" y="81"/>
                  </a:lnTo>
                  <a:lnTo>
                    <a:pt x="599" y="96"/>
                  </a:lnTo>
                  <a:lnTo>
                    <a:pt x="608" y="111"/>
                  </a:lnTo>
                  <a:lnTo>
                    <a:pt x="619" y="131"/>
                  </a:lnTo>
                  <a:lnTo>
                    <a:pt x="632" y="156"/>
                  </a:lnTo>
                  <a:lnTo>
                    <a:pt x="643" y="183"/>
                  </a:lnTo>
                  <a:lnTo>
                    <a:pt x="654" y="210"/>
                  </a:lnTo>
                  <a:lnTo>
                    <a:pt x="663" y="234"/>
                  </a:lnTo>
                  <a:lnTo>
                    <a:pt x="669" y="253"/>
                  </a:lnTo>
                  <a:lnTo>
                    <a:pt x="674" y="274"/>
                  </a:lnTo>
                  <a:lnTo>
                    <a:pt x="684" y="316"/>
                  </a:lnTo>
                  <a:lnTo>
                    <a:pt x="688" y="335"/>
                  </a:lnTo>
                  <a:lnTo>
                    <a:pt x="692" y="351"/>
                  </a:lnTo>
                  <a:lnTo>
                    <a:pt x="693" y="362"/>
                  </a:lnTo>
                  <a:lnTo>
                    <a:pt x="693" y="368"/>
                  </a:lnTo>
                  <a:lnTo>
                    <a:pt x="694" y="373"/>
                  </a:lnTo>
                  <a:lnTo>
                    <a:pt x="696" y="377"/>
                  </a:lnTo>
                  <a:lnTo>
                    <a:pt x="698" y="378"/>
                  </a:lnTo>
                  <a:lnTo>
                    <a:pt x="705" y="378"/>
                  </a:lnTo>
                  <a:lnTo>
                    <a:pt x="706" y="375"/>
                  </a:lnTo>
                  <a:lnTo>
                    <a:pt x="706" y="346"/>
                  </a:lnTo>
                  <a:lnTo>
                    <a:pt x="708" y="327"/>
                  </a:lnTo>
                  <a:lnTo>
                    <a:pt x="710" y="305"/>
                  </a:lnTo>
                  <a:lnTo>
                    <a:pt x="721" y="232"/>
                  </a:lnTo>
                  <a:lnTo>
                    <a:pt x="725" y="213"/>
                  </a:lnTo>
                  <a:lnTo>
                    <a:pt x="730" y="191"/>
                  </a:lnTo>
                  <a:lnTo>
                    <a:pt x="736" y="168"/>
                  </a:lnTo>
                  <a:lnTo>
                    <a:pt x="742" y="143"/>
                  </a:lnTo>
                  <a:lnTo>
                    <a:pt x="747" y="121"/>
                  </a:lnTo>
                  <a:lnTo>
                    <a:pt x="753" y="100"/>
                  </a:lnTo>
                  <a:lnTo>
                    <a:pt x="758" y="84"/>
                  </a:lnTo>
                  <a:lnTo>
                    <a:pt x="763" y="73"/>
                  </a:lnTo>
                  <a:lnTo>
                    <a:pt x="767" y="55"/>
                  </a:lnTo>
                  <a:lnTo>
                    <a:pt x="768" y="39"/>
                  </a:lnTo>
                  <a:lnTo>
                    <a:pt x="767" y="26"/>
                  </a:lnTo>
                  <a:lnTo>
                    <a:pt x="766" y="17"/>
                  </a:lnTo>
                  <a:lnTo>
                    <a:pt x="767" y="16"/>
                  </a:lnTo>
                  <a:lnTo>
                    <a:pt x="769" y="19"/>
                  </a:lnTo>
                  <a:lnTo>
                    <a:pt x="778" y="35"/>
                  </a:lnTo>
                  <a:lnTo>
                    <a:pt x="789" y="54"/>
                  </a:lnTo>
                  <a:lnTo>
                    <a:pt x="794" y="61"/>
                  </a:lnTo>
                  <a:lnTo>
                    <a:pt x="801" y="69"/>
                  </a:lnTo>
                  <a:lnTo>
                    <a:pt x="810" y="76"/>
                  </a:lnTo>
                  <a:lnTo>
                    <a:pt x="818" y="83"/>
                  </a:lnTo>
                  <a:lnTo>
                    <a:pt x="825" y="88"/>
                  </a:lnTo>
                  <a:lnTo>
                    <a:pt x="827" y="89"/>
                  </a:lnTo>
                  <a:lnTo>
                    <a:pt x="837" y="92"/>
                  </a:lnTo>
                  <a:lnTo>
                    <a:pt x="851" y="96"/>
                  </a:lnTo>
                  <a:lnTo>
                    <a:pt x="870" y="99"/>
                  </a:lnTo>
                  <a:lnTo>
                    <a:pt x="892" y="102"/>
                  </a:lnTo>
                  <a:lnTo>
                    <a:pt x="916" y="104"/>
                  </a:lnTo>
                  <a:lnTo>
                    <a:pt x="940" y="106"/>
                  </a:lnTo>
                  <a:lnTo>
                    <a:pt x="963" y="109"/>
                  </a:lnTo>
                  <a:lnTo>
                    <a:pt x="983" y="110"/>
                  </a:lnTo>
                  <a:lnTo>
                    <a:pt x="1000" y="112"/>
                  </a:lnTo>
                  <a:lnTo>
                    <a:pt x="1018" y="117"/>
                  </a:lnTo>
                  <a:lnTo>
                    <a:pt x="1030" y="124"/>
                  </a:lnTo>
                  <a:lnTo>
                    <a:pt x="1040" y="133"/>
                  </a:lnTo>
                  <a:lnTo>
                    <a:pt x="1047" y="143"/>
                  </a:lnTo>
                  <a:lnTo>
                    <a:pt x="1052" y="155"/>
                  </a:lnTo>
                  <a:lnTo>
                    <a:pt x="1055" y="166"/>
                  </a:lnTo>
                  <a:lnTo>
                    <a:pt x="1057" y="175"/>
                  </a:lnTo>
                  <a:lnTo>
                    <a:pt x="1058" y="187"/>
                  </a:lnTo>
                  <a:lnTo>
                    <a:pt x="1056" y="199"/>
                  </a:lnTo>
                  <a:lnTo>
                    <a:pt x="1053" y="211"/>
                  </a:lnTo>
                  <a:lnTo>
                    <a:pt x="1050" y="220"/>
                  </a:lnTo>
                  <a:lnTo>
                    <a:pt x="1048" y="226"/>
                  </a:lnTo>
                  <a:lnTo>
                    <a:pt x="1050" y="231"/>
                  </a:lnTo>
                  <a:lnTo>
                    <a:pt x="1062" y="238"/>
                  </a:lnTo>
                  <a:lnTo>
                    <a:pt x="1066" y="241"/>
                  </a:lnTo>
                  <a:lnTo>
                    <a:pt x="1066" y="246"/>
                  </a:lnTo>
                  <a:lnTo>
                    <a:pt x="1062" y="260"/>
                  </a:lnTo>
                  <a:lnTo>
                    <a:pt x="1060" y="266"/>
                  </a:lnTo>
                  <a:lnTo>
                    <a:pt x="1062" y="269"/>
                  </a:lnTo>
                  <a:lnTo>
                    <a:pt x="1066" y="274"/>
                  </a:lnTo>
                  <a:lnTo>
                    <a:pt x="1069" y="278"/>
                  </a:lnTo>
                  <a:lnTo>
                    <a:pt x="1069" y="281"/>
                  </a:lnTo>
                  <a:lnTo>
                    <a:pt x="1070" y="285"/>
                  </a:lnTo>
                  <a:lnTo>
                    <a:pt x="1073" y="290"/>
                  </a:lnTo>
                  <a:lnTo>
                    <a:pt x="1085" y="302"/>
                  </a:lnTo>
                  <a:lnTo>
                    <a:pt x="1089" y="310"/>
                  </a:lnTo>
                  <a:lnTo>
                    <a:pt x="1095" y="324"/>
                  </a:lnTo>
                  <a:lnTo>
                    <a:pt x="1101" y="339"/>
                  </a:lnTo>
                  <a:lnTo>
                    <a:pt x="1108" y="353"/>
                  </a:lnTo>
                  <a:lnTo>
                    <a:pt x="1114" y="363"/>
                  </a:lnTo>
                  <a:lnTo>
                    <a:pt x="1117" y="371"/>
                  </a:lnTo>
                  <a:lnTo>
                    <a:pt x="1118" y="380"/>
                  </a:lnTo>
                  <a:lnTo>
                    <a:pt x="1121" y="388"/>
                  </a:lnTo>
                  <a:lnTo>
                    <a:pt x="1123" y="392"/>
                  </a:lnTo>
                  <a:lnTo>
                    <a:pt x="1125" y="396"/>
                  </a:lnTo>
                  <a:lnTo>
                    <a:pt x="1128" y="402"/>
                  </a:lnTo>
                  <a:lnTo>
                    <a:pt x="1132" y="410"/>
                  </a:lnTo>
                  <a:lnTo>
                    <a:pt x="1136" y="421"/>
                  </a:lnTo>
                  <a:lnTo>
                    <a:pt x="1140" y="438"/>
                  </a:lnTo>
                  <a:lnTo>
                    <a:pt x="1146" y="459"/>
                  </a:lnTo>
                  <a:lnTo>
                    <a:pt x="1147" y="478"/>
                  </a:lnTo>
                  <a:lnTo>
                    <a:pt x="1144" y="497"/>
                  </a:lnTo>
                  <a:lnTo>
                    <a:pt x="1137" y="517"/>
                  </a:lnTo>
                  <a:lnTo>
                    <a:pt x="1128" y="535"/>
                  </a:lnTo>
                  <a:lnTo>
                    <a:pt x="1117" y="552"/>
                  </a:lnTo>
                  <a:lnTo>
                    <a:pt x="1106" y="567"/>
                  </a:lnTo>
                  <a:lnTo>
                    <a:pt x="1095" y="580"/>
                  </a:lnTo>
                  <a:lnTo>
                    <a:pt x="1086" y="590"/>
                  </a:lnTo>
                  <a:lnTo>
                    <a:pt x="1080" y="596"/>
                  </a:lnTo>
                  <a:lnTo>
                    <a:pt x="1072" y="601"/>
                  </a:lnTo>
                  <a:lnTo>
                    <a:pt x="1060" y="604"/>
                  </a:lnTo>
                  <a:lnTo>
                    <a:pt x="1047" y="606"/>
                  </a:lnTo>
                  <a:lnTo>
                    <a:pt x="1031" y="609"/>
                  </a:lnTo>
                  <a:lnTo>
                    <a:pt x="1018" y="612"/>
                  </a:lnTo>
                  <a:lnTo>
                    <a:pt x="1005" y="615"/>
                  </a:lnTo>
                  <a:lnTo>
                    <a:pt x="997" y="618"/>
                  </a:lnTo>
                  <a:lnTo>
                    <a:pt x="993" y="621"/>
                  </a:lnTo>
                  <a:lnTo>
                    <a:pt x="994" y="627"/>
                  </a:lnTo>
                  <a:lnTo>
                    <a:pt x="996" y="639"/>
                  </a:lnTo>
                  <a:lnTo>
                    <a:pt x="999" y="654"/>
                  </a:lnTo>
                  <a:lnTo>
                    <a:pt x="1002" y="672"/>
                  </a:lnTo>
                  <a:lnTo>
                    <a:pt x="1006" y="690"/>
                  </a:lnTo>
                  <a:lnTo>
                    <a:pt x="1011" y="709"/>
                  </a:lnTo>
                  <a:lnTo>
                    <a:pt x="1014" y="727"/>
                  </a:lnTo>
                  <a:lnTo>
                    <a:pt x="1018" y="744"/>
                  </a:lnTo>
                  <a:lnTo>
                    <a:pt x="1021" y="756"/>
                  </a:lnTo>
                  <a:lnTo>
                    <a:pt x="1022" y="766"/>
                  </a:lnTo>
                  <a:lnTo>
                    <a:pt x="1026" y="779"/>
                  </a:lnTo>
                  <a:lnTo>
                    <a:pt x="1030" y="795"/>
                  </a:lnTo>
                  <a:lnTo>
                    <a:pt x="1036" y="813"/>
                  </a:lnTo>
                  <a:lnTo>
                    <a:pt x="1043" y="832"/>
                  </a:lnTo>
                  <a:lnTo>
                    <a:pt x="1050" y="852"/>
                  </a:lnTo>
                  <a:lnTo>
                    <a:pt x="1069" y="898"/>
                  </a:lnTo>
                  <a:lnTo>
                    <a:pt x="1070" y="906"/>
                  </a:lnTo>
                  <a:lnTo>
                    <a:pt x="1070" y="911"/>
                  </a:lnTo>
                  <a:lnTo>
                    <a:pt x="1067" y="912"/>
                  </a:lnTo>
                  <a:lnTo>
                    <a:pt x="1066" y="912"/>
                  </a:lnTo>
                  <a:lnTo>
                    <a:pt x="1065" y="913"/>
                  </a:lnTo>
                  <a:lnTo>
                    <a:pt x="1065" y="920"/>
                  </a:lnTo>
                  <a:lnTo>
                    <a:pt x="1070" y="934"/>
                  </a:lnTo>
                  <a:lnTo>
                    <a:pt x="1073" y="951"/>
                  </a:lnTo>
                  <a:lnTo>
                    <a:pt x="1079" y="972"/>
                  </a:lnTo>
                  <a:lnTo>
                    <a:pt x="1084" y="996"/>
                  </a:lnTo>
                  <a:lnTo>
                    <a:pt x="1089" y="1023"/>
                  </a:lnTo>
                  <a:lnTo>
                    <a:pt x="1096" y="1052"/>
                  </a:lnTo>
                  <a:lnTo>
                    <a:pt x="1108" y="1112"/>
                  </a:lnTo>
                  <a:lnTo>
                    <a:pt x="1115" y="1143"/>
                  </a:lnTo>
                  <a:lnTo>
                    <a:pt x="1120" y="1170"/>
                  </a:lnTo>
                  <a:lnTo>
                    <a:pt x="1125" y="1196"/>
                  </a:lnTo>
                  <a:lnTo>
                    <a:pt x="1129" y="1218"/>
                  </a:lnTo>
                  <a:lnTo>
                    <a:pt x="1132" y="1236"/>
                  </a:lnTo>
                  <a:lnTo>
                    <a:pt x="1135" y="1248"/>
                  </a:lnTo>
                  <a:lnTo>
                    <a:pt x="1136" y="1255"/>
                  </a:lnTo>
                  <a:lnTo>
                    <a:pt x="1133" y="1260"/>
                  </a:lnTo>
                  <a:lnTo>
                    <a:pt x="1125" y="1267"/>
                  </a:lnTo>
                  <a:lnTo>
                    <a:pt x="1111" y="1273"/>
                  </a:lnTo>
                  <a:lnTo>
                    <a:pt x="1094" y="1281"/>
                  </a:lnTo>
                  <a:lnTo>
                    <a:pt x="1074" y="1288"/>
                  </a:lnTo>
                  <a:lnTo>
                    <a:pt x="1053" y="1295"/>
                  </a:lnTo>
                  <a:lnTo>
                    <a:pt x="1031" y="1302"/>
                  </a:lnTo>
                  <a:lnTo>
                    <a:pt x="1035" y="1316"/>
                  </a:lnTo>
                  <a:lnTo>
                    <a:pt x="1037" y="1326"/>
                  </a:lnTo>
                  <a:lnTo>
                    <a:pt x="1038" y="1350"/>
                  </a:lnTo>
                  <a:lnTo>
                    <a:pt x="1038" y="1377"/>
                  </a:lnTo>
                  <a:lnTo>
                    <a:pt x="1037" y="1409"/>
                  </a:lnTo>
                  <a:lnTo>
                    <a:pt x="1037" y="1441"/>
                  </a:lnTo>
                  <a:lnTo>
                    <a:pt x="1036" y="1474"/>
                  </a:lnTo>
                  <a:lnTo>
                    <a:pt x="1035" y="1504"/>
                  </a:lnTo>
                  <a:lnTo>
                    <a:pt x="1035" y="1533"/>
                  </a:lnTo>
                  <a:lnTo>
                    <a:pt x="1036" y="1559"/>
                  </a:lnTo>
                  <a:lnTo>
                    <a:pt x="1038" y="1579"/>
                  </a:lnTo>
                  <a:lnTo>
                    <a:pt x="1042" y="1596"/>
                  </a:lnTo>
                  <a:lnTo>
                    <a:pt x="1047" y="1621"/>
                  </a:lnTo>
                  <a:lnTo>
                    <a:pt x="1051" y="1648"/>
                  </a:lnTo>
                  <a:lnTo>
                    <a:pt x="1058" y="1682"/>
                  </a:lnTo>
                  <a:lnTo>
                    <a:pt x="1065" y="1718"/>
                  </a:lnTo>
                  <a:lnTo>
                    <a:pt x="1072" y="1755"/>
                  </a:lnTo>
                  <a:lnTo>
                    <a:pt x="1078" y="1794"/>
                  </a:lnTo>
                  <a:lnTo>
                    <a:pt x="1085" y="1832"/>
                  </a:lnTo>
                  <a:lnTo>
                    <a:pt x="1092" y="1868"/>
                  </a:lnTo>
                  <a:lnTo>
                    <a:pt x="1096" y="1902"/>
                  </a:lnTo>
                  <a:lnTo>
                    <a:pt x="1101" y="1932"/>
                  </a:lnTo>
                  <a:lnTo>
                    <a:pt x="1106" y="1961"/>
                  </a:lnTo>
                  <a:lnTo>
                    <a:pt x="1110" y="1995"/>
                  </a:lnTo>
                  <a:lnTo>
                    <a:pt x="1117" y="2030"/>
                  </a:lnTo>
                  <a:lnTo>
                    <a:pt x="1131" y="2102"/>
                  </a:lnTo>
                  <a:lnTo>
                    <a:pt x="1138" y="2137"/>
                  </a:lnTo>
                  <a:lnTo>
                    <a:pt x="1145" y="2171"/>
                  </a:lnTo>
                  <a:lnTo>
                    <a:pt x="1151" y="2201"/>
                  </a:lnTo>
                  <a:lnTo>
                    <a:pt x="1157" y="2228"/>
                  </a:lnTo>
                  <a:lnTo>
                    <a:pt x="1161" y="2250"/>
                  </a:lnTo>
                  <a:lnTo>
                    <a:pt x="1165" y="2265"/>
                  </a:lnTo>
                  <a:lnTo>
                    <a:pt x="1168" y="2283"/>
                  </a:lnTo>
                  <a:lnTo>
                    <a:pt x="1169" y="2304"/>
                  </a:lnTo>
                  <a:lnTo>
                    <a:pt x="1172" y="2349"/>
                  </a:lnTo>
                  <a:lnTo>
                    <a:pt x="1174" y="2370"/>
                  </a:lnTo>
                  <a:lnTo>
                    <a:pt x="1176" y="2388"/>
                  </a:lnTo>
                  <a:lnTo>
                    <a:pt x="1180" y="2404"/>
                  </a:lnTo>
                  <a:lnTo>
                    <a:pt x="1186" y="2416"/>
                  </a:lnTo>
                  <a:lnTo>
                    <a:pt x="1201" y="2433"/>
                  </a:lnTo>
                  <a:lnTo>
                    <a:pt x="1215" y="2450"/>
                  </a:lnTo>
                  <a:lnTo>
                    <a:pt x="1225" y="2466"/>
                  </a:lnTo>
                  <a:lnTo>
                    <a:pt x="1232" y="2481"/>
                  </a:lnTo>
                  <a:lnTo>
                    <a:pt x="1233" y="2490"/>
                  </a:lnTo>
                  <a:lnTo>
                    <a:pt x="1232" y="2504"/>
                  </a:lnTo>
                  <a:lnTo>
                    <a:pt x="1231" y="2523"/>
                  </a:lnTo>
                  <a:lnTo>
                    <a:pt x="1227" y="2543"/>
                  </a:lnTo>
                  <a:lnTo>
                    <a:pt x="1224" y="2565"/>
                  </a:lnTo>
                  <a:lnTo>
                    <a:pt x="1220" y="2585"/>
                  </a:lnTo>
                  <a:lnTo>
                    <a:pt x="1217" y="2603"/>
                  </a:lnTo>
                  <a:lnTo>
                    <a:pt x="1211" y="2627"/>
                  </a:lnTo>
                  <a:lnTo>
                    <a:pt x="1222" y="2649"/>
                  </a:lnTo>
                  <a:lnTo>
                    <a:pt x="1233" y="2670"/>
                  </a:lnTo>
                  <a:lnTo>
                    <a:pt x="1256" y="2709"/>
                  </a:lnTo>
                  <a:lnTo>
                    <a:pt x="1268" y="2725"/>
                  </a:lnTo>
                  <a:lnTo>
                    <a:pt x="1277" y="2741"/>
                  </a:lnTo>
                  <a:lnTo>
                    <a:pt x="1283" y="2752"/>
                  </a:lnTo>
                  <a:lnTo>
                    <a:pt x="1286" y="2768"/>
                  </a:lnTo>
                  <a:lnTo>
                    <a:pt x="1284" y="2785"/>
                  </a:lnTo>
                  <a:lnTo>
                    <a:pt x="1278" y="2800"/>
                  </a:lnTo>
                  <a:lnTo>
                    <a:pt x="1268" y="2810"/>
                  </a:lnTo>
                  <a:lnTo>
                    <a:pt x="1257" y="2817"/>
                  </a:lnTo>
                  <a:lnTo>
                    <a:pt x="1246" y="2821"/>
                  </a:lnTo>
                  <a:lnTo>
                    <a:pt x="1230" y="2822"/>
                  </a:lnTo>
                  <a:lnTo>
                    <a:pt x="1212" y="2823"/>
                  </a:lnTo>
                  <a:lnTo>
                    <a:pt x="1194" y="2822"/>
                  </a:lnTo>
                  <a:lnTo>
                    <a:pt x="1179" y="2821"/>
                  </a:lnTo>
                  <a:lnTo>
                    <a:pt x="1168" y="2818"/>
                  </a:lnTo>
                  <a:lnTo>
                    <a:pt x="1166" y="2818"/>
                  </a:lnTo>
                  <a:lnTo>
                    <a:pt x="1160" y="2817"/>
                  </a:lnTo>
                  <a:lnTo>
                    <a:pt x="1151" y="2815"/>
                  </a:lnTo>
                  <a:lnTo>
                    <a:pt x="1140" y="2811"/>
                  </a:lnTo>
                  <a:lnTo>
                    <a:pt x="1129" y="2804"/>
                  </a:lnTo>
                  <a:lnTo>
                    <a:pt x="1122" y="2798"/>
                  </a:lnTo>
                  <a:lnTo>
                    <a:pt x="1114" y="2791"/>
                  </a:lnTo>
                  <a:lnTo>
                    <a:pt x="1108" y="2784"/>
                  </a:lnTo>
                  <a:lnTo>
                    <a:pt x="1104" y="2772"/>
                  </a:lnTo>
                  <a:lnTo>
                    <a:pt x="1100" y="2746"/>
                  </a:lnTo>
                  <a:lnTo>
                    <a:pt x="1098" y="2738"/>
                  </a:lnTo>
                  <a:lnTo>
                    <a:pt x="1095" y="2734"/>
                  </a:lnTo>
                  <a:lnTo>
                    <a:pt x="1094" y="2734"/>
                  </a:lnTo>
                  <a:lnTo>
                    <a:pt x="1092" y="2735"/>
                  </a:lnTo>
                  <a:lnTo>
                    <a:pt x="1089" y="2735"/>
                  </a:lnTo>
                  <a:lnTo>
                    <a:pt x="1085" y="2737"/>
                  </a:lnTo>
                  <a:lnTo>
                    <a:pt x="1082" y="2737"/>
                  </a:lnTo>
                  <a:lnTo>
                    <a:pt x="1078" y="2736"/>
                  </a:lnTo>
                  <a:lnTo>
                    <a:pt x="1071" y="2732"/>
                  </a:lnTo>
                  <a:lnTo>
                    <a:pt x="1063" y="2728"/>
                  </a:lnTo>
                  <a:lnTo>
                    <a:pt x="1053" y="2722"/>
                  </a:lnTo>
                  <a:lnTo>
                    <a:pt x="1047" y="2717"/>
                  </a:lnTo>
                  <a:lnTo>
                    <a:pt x="1042" y="2713"/>
                  </a:lnTo>
                  <a:lnTo>
                    <a:pt x="1040" y="2708"/>
                  </a:lnTo>
                  <a:lnTo>
                    <a:pt x="1038" y="2697"/>
                  </a:lnTo>
                  <a:lnTo>
                    <a:pt x="1037" y="2685"/>
                  </a:lnTo>
                  <a:lnTo>
                    <a:pt x="1036" y="2670"/>
                  </a:lnTo>
                  <a:lnTo>
                    <a:pt x="1036" y="2652"/>
                  </a:lnTo>
                  <a:lnTo>
                    <a:pt x="1035" y="2636"/>
                  </a:lnTo>
                  <a:lnTo>
                    <a:pt x="1035" y="2621"/>
                  </a:lnTo>
                  <a:lnTo>
                    <a:pt x="1030" y="2617"/>
                  </a:lnTo>
                  <a:lnTo>
                    <a:pt x="1024" y="2615"/>
                  </a:lnTo>
                  <a:lnTo>
                    <a:pt x="1019" y="2611"/>
                  </a:lnTo>
                  <a:lnTo>
                    <a:pt x="1006" y="2600"/>
                  </a:lnTo>
                  <a:lnTo>
                    <a:pt x="994" y="2585"/>
                  </a:lnTo>
                  <a:lnTo>
                    <a:pt x="985" y="2567"/>
                  </a:lnTo>
                  <a:lnTo>
                    <a:pt x="978" y="2549"/>
                  </a:lnTo>
                  <a:lnTo>
                    <a:pt x="972" y="2530"/>
                  </a:lnTo>
                  <a:lnTo>
                    <a:pt x="968" y="2514"/>
                  </a:lnTo>
                  <a:lnTo>
                    <a:pt x="965" y="2501"/>
                  </a:lnTo>
                  <a:lnTo>
                    <a:pt x="960" y="2487"/>
                  </a:lnTo>
                  <a:lnTo>
                    <a:pt x="949" y="2474"/>
                  </a:lnTo>
                  <a:lnTo>
                    <a:pt x="936" y="2464"/>
                  </a:lnTo>
                  <a:lnTo>
                    <a:pt x="925" y="2451"/>
                  </a:lnTo>
                  <a:lnTo>
                    <a:pt x="914" y="2437"/>
                  </a:lnTo>
                  <a:lnTo>
                    <a:pt x="911" y="2427"/>
                  </a:lnTo>
                  <a:lnTo>
                    <a:pt x="907" y="2409"/>
                  </a:lnTo>
                  <a:lnTo>
                    <a:pt x="904" y="2387"/>
                  </a:lnTo>
                  <a:lnTo>
                    <a:pt x="899" y="2359"/>
                  </a:lnTo>
                  <a:lnTo>
                    <a:pt x="896" y="2328"/>
                  </a:lnTo>
                  <a:lnTo>
                    <a:pt x="891" y="2294"/>
                  </a:lnTo>
                  <a:lnTo>
                    <a:pt x="888" y="2259"/>
                  </a:lnTo>
                  <a:lnTo>
                    <a:pt x="883" y="2224"/>
                  </a:lnTo>
                  <a:lnTo>
                    <a:pt x="880" y="2190"/>
                  </a:lnTo>
                  <a:lnTo>
                    <a:pt x="876" y="2159"/>
                  </a:lnTo>
                  <a:lnTo>
                    <a:pt x="871" y="2131"/>
                  </a:lnTo>
                  <a:lnTo>
                    <a:pt x="868" y="2107"/>
                  </a:lnTo>
                  <a:lnTo>
                    <a:pt x="863" y="2079"/>
                  </a:lnTo>
                  <a:lnTo>
                    <a:pt x="856" y="2046"/>
                  </a:lnTo>
                  <a:lnTo>
                    <a:pt x="849" y="2011"/>
                  </a:lnTo>
                  <a:lnTo>
                    <a:pt x="843" y="1975"/>
                  </a:lnTo>
                  <a:lnTo>
                    <a:pt x="836" y="1938"/>
                  </a:lnTo>
                  <a:lnTo>
                    <a:pt x="827" y="1902"/>
                  </a:lnTo>
                  <a:lnTo>
                    <a:pt x="820" y="1867"/>
                  </a:lnTo>
                  <a:lnTo>
                    <a:pt x="814" y="1837"/>
                  </a:lnTo>
                  <a:lnTo>
                    <a:pt x="807" y="1811"/>
                  </a:lnTo>
                  <a:lnTo>
                    <a:pt x="802" y="1791"/>
                  </a:lnTo>
                  <a:lnTo>
                    <a:pt x="795" y="1768"/>
                  </a:lnTo>
                  <a:lnTo>
                    <a:pt x="788" y="1743"/>
                  </a:lnTo>
                  <a:lnTo>
                    <a:pt x="760" y="1662"/>
                  </a:lnTo>
                  <a:lnTo>
                    <a:pt x="751" y="1639"/>
                  </a:lnTo>
                  <a:lnTo>
                    <a:pt x="742" y="1619"/>
                  </a:lnTo>
                  <a:lnTo>
                    <a:pt x="732" y="1605"/>
                  </a:lnTo>
                  <a:lnTo>
                    <a:pt x="725" y="1593"/>
                  </a:lnTo>
                  <a:lnTo>
                    <a:pt x="717" y="1575"/>
                  </a:lnTo>
                  <a:lnTo>
                    <a:pt x="708" y="1553"/>
                  </a:lnTo>
                  <a:lnTo>
                    <a:pt x="698" y="1527"/>
                  </a:lnTo>
                  <a:lnTo>
                    <a:pt x="688" y="1501"/>
                  </a:lnTo>
                  <a:lnTo>
                    <a:pt x="678" y="1474"/>
                  </a:lnTo>
                  <a:lnTo>
                    <a:pt x="669" y="1448"/>
                  </a:lnTo>
                  <a:lnTo>
                    <a:pt x="661" y="1424"/>
                  </a:lnTo>
                  <a:lnTo>
                    <a:pt x="655" y="1404"/>
                  </a:lnTo>
                  <a:lnTo>
                    <a:pt x="650" y="1389"/>
                  </a:lnTo>
                  <a:lnTo>
                    <a:pt x="647" y="1379"/>
                  </a:lnTo>
                  <a:lnTo>
                    <a:pt x="644" y="1375"/>
                  </a:lnTo>
                  <a:lnTo>
                    <a:pt x="642" y="1377"/>
                  </a:lnTo>
                  <a:lnTo>
                    <a:pt x="640" y="1384"/>
                  </a:lnTo>
                  <a:lnTo>
                    <a:pt x="638" y="1396"/>
                  </a:lnTo>
                  <a:lnTo>
                    <a:pt x="636" y="1411"/>
                  </a:lnTo>
                  <a:lnTo>
                    <a:pt x="633" y="1427"/>
                  </a:lnTo>
                  <a:lnTo>
                    <a:pt x="629" y="1446"/>
                  </a:lnTo>
                  <a:lnTo>
                    <a:pt x="625" y="1465"/>
                  </a:lnTo>
                  <a:lnTo>
                    <a:pt x="616" y="1488"/>
                  </a:lnTo>
                  <a:lnTo>
                    <a:pt x="607" y="1517"/>
                  </a:lnTo>
                  <a:lnTo>
                    <a:pt x="597" y="1550"/>
                  </a:lnTo>
                  <a:lnTo>
                    <a:pt x="585" y="1584"/>
                  </a:lnTo>
                  <a:lnTo>
                    <a:pt x="572" y="1619"/>
                  </a:lnTo>
                  <a:lnTo>
                    <a:pt x="561" y="1654"/>
                  </a:lnTo>
                  <a:lnTo>
                    <a:pt x="548" y="1686"/>
                  </a:lnTo>
                  <a:lnTo>
                    <a:pt x="538" y="1712"/>
                  </a:lnTo>
                  <a:lnTo>
                    <a:pt x="526" y="1743"/>
                  </a:lnTo>
                  <a:lnTo>
                    <a:pt x="516" y="1774"/>
                  </a:lnTo>
                  <a:lnTo>
                    <a:pt x="507" y="1807"/>
                  </a:lnTo>
                  <a:lnTo>
                    <a:pt x="499" y="1838"/>
                  </a:lnTo>
                  <a:lnTo>
                    <a:pt x="492" y="1867"/>
                  </a:lnTo>
                  <a:lnTo>
                    <a:pt x="485" y="1892"/>
                  </a:lnTo>
                  <a:lnTo>
                    <a:pt x="479" y="1911"/>
                  </a:lnTo>
                  <a:lnTo>
                    <a:pt x="474" y="1923"/>
                  </a:lnTo>
                  <a:lnTo>
                    <a:pt x="469" y="1942"/>
                  </a:lnTo>
                  <a:lnTo>
                    <a:pt x="463" y="1964"/>
                  </a:lnTo>
                  <a:lnTo>
                    <a:pt x="458" y="1990"/>
                  </a:lnTo>
                  <a:lnTo>
                    <a:pt x="451" y="2019"/>
                  </a:lnTo>
                  <a:lnTo>
                    <a:pt x="444" y="2051"/>
                  </a:lnTo>
                  <a:lnTo>
                    <a:pt x="437" y="2083"/>
                  </a:lnTo>
                  <a:lnTo>
                    <a:pt x="431" y="2116"/>
                  </a:lnTo>
                  <a:lnTo>
                    <a:pt x="424" y="2146"/>
                  </a:lnTo>
                  <a:lnTo>
                    <a:pt x="418" y="2175"/>
                  </a:lnTo>
                  <a:lnTo>
                    <a:pt x="414" y="2201"/>
                  </a:lnTo>
                  <a:lnTo>
                    <a:pt x="410" y="2222"/>
                  </a:lnTo>
                  <a:lnTo>
                    <a:pt x="407" y="2238"/>
                  </a:lnTo>
                  <a:lnTo>
                    <a:pt x="402" y="2265"/>
                  </a:lnTo>
                  <a:lnTo>
                    <a:pt x="390" y="2328"/>
                  </a:lnTo>
                  <a:lnTo>
                    <a:pt x="383" y="2358"/>
                  </a:lnTo>
                  <a:lnTo>
                    <a:pt x="377" y="2386"/>
                  </a:lnTo>
                  <a:lnTo>
                    <a:pt x="368" y="2408"/>
                  </a:lnTo>
                  <a:lnTo>
                    <a:pt x="361" y="2423"/>
                  </a:lnTo>
                  <a:lnTo>
                    <a:pt x="353" y="2438"/>
                  </a:lnTo>
                  <a:lnTo>
                    <a:pt x="349" y="2452"/>
                  </a:lnTo>
                  <a:lnTo>
                    <a:pt x="346" y="2467"/>
                  </a:lnTo>
                  <a:lnTo>
                    <a:pt x="346" y="2531"/>
                  </a:lnTo>
                  <a:lnTo>
                    <a:pt x="345" y="2557"/>
                  </a:lnTo>
                  <a:lnTo>
                    <a:pt x="341" y="2579"/>
                  </a:lnTo>
                  <a:lnTo>
                    <a:pt x="332" y="2599"/>
                  </a:lnTo>
                  <a:lnTo>
                    <a:pt x="326" y="2608"/>
                  </a:lnTo>
                  <a:lnTo>
                    <a:pt x="315" y="2617"/>
                  </a:lnTo>
                  <a:lnTo>
                    <a:pt x="302" y="2629"/>
                  </a:lnTo>
                  <a:lnTo>
                    <a:pt x="287" y="2639"/>
                  </a:lnTo>
                  <a:lnTo>
                    <a:pt x="286" y="2654"/>
                  </a:lnTo>
                  <a:lnTo>
                    <a:pt x="285" y="2671"/>
                  </a:lnTo>
                  <a:lnTo>
                    <a:pt x="284" y="2688"/>
                  </a:lnTo>
                  <a:lnTo>
                    <a:pt x="283" y="2702"/>
                  </a:lnTo>
                  <a:lnTo>
                    <a:pt x="283" y="2714"/>
                  </a:lnTo>
                  <a:lnTo>
                    <a:pt x="281" y="2720"/>
                  </a:lnTo>
                  <a:lnTo>
                    <a:pt x="278" y="2724"/>
                  </a:lnTo>
                  <a:lnTo>
                    <a:pt x="269" y="2730"/>
                  </a:lnTo>
                  <a:lnTo>
                    <a:pt x="258" y="2736"/>
                  </a:lnTo>
                  <a:lnTo>
                    <a:pt x="248" y="2739"/>
                  </a:lnTo>
                  <a:lnTo>
                    <a:pt x="234" y="2742"/>
                  </a:lnTo>
                  <a:lnTo>
                    <a:pt x="222" y="2743"/>
                  </a:lnTo>
                  <a:lnTo>
                    <a:pt x="214" y="2745"/>
                  </a:lnTo>
                  <a:lnTo>
                    <a:pt x="211" y="2748"/>
                  </a:lnTo>
                  <a:lnTo>
                    <a:pt x="210" y="2753"/>
                  </a:lnTo>
                  <a:lnTo>
                    <a:pt x="208" y="2760"/>
                  </a:lnTo>
                  <a:lnTo>
                    <a:pt x="208" y="2768"/>
                  </a:lnTo>
                  <a:lnTo>
                    <a:pt x="206" y="2778"/>
                  </a:lnTo>
                  <a:lnTo>
                    <a:pt x="203" y="2785"/>
                  </a:lnTo>
                  <a:lnTo>
                    <a:pt x="193" y="2793"/>
                  </a:lnTo>
                  <a:lnTo>
                    <a:pt x="183" y="2802"/>
                  </a:lnTo>
                  <a:lnTo>
                    <a:pt x="169" y="2810"/>
                  </a:lnTo>
                  <a:lnTo>
                    <a:pt x="154" y="2820"/>
                  </a:lnTo>
                  <a:lnTo>
                    <a:pt x="140" y="2827"/>
                  </a:lnTo>
                  <a:lnTo>
                    <a:pt x="127" y="2832"/>
                  </a:lnTo>
                  <a:lnTo>
                    <a:pt x="109" y="2837"/>
                  </a:lnTo>
                  <a:lnTo>
                    <a:pt x="88" y="2838"/>
                  </a:lnTo>
                  <a:lnTo>
                    <a:pt x="67" y="2838"/>
                  </a:lnTo>
                  <a:lnTo>
                    <a:pt x="47" y="2837"/>
                  </a:lnTo>
                  <a:lnTo>
                    <a:pt x="29" y="2837"/>
                  </a:lnTo>
                  <a:lnTo>
                    <a:pt x="23" y="2836"/>
                  </a:lnTo>
                  <a:lnTo>
                    <a:pt x="15" y="2835"/>
                  </a:lnTo>
                  <a:lnTo>
                    <a:pt x="6" y="2832"/>
                  </a:lnTo>
                  <a:lnTo>
                    <a:pt x="1" y="2829"/>
                  </a:lnTo>
                  <a:lnTo>
                    <a:pt x="0" y="2823"/>
                  </a:lnTo>
                  <a:lnTo>
                    <a:pt x="0" y="2815"/>
                  </a:lnTo>
                  <a:lnTo>
                    <a:pt x="2" y="2808"/>
                  </a:lnTo>
                  <a:lnTo>
                    <a:pt x="6" y="2800"/>
                  </a:lnTo>
                  <a:lnTo>
                    <a:pt x="8" y="2794"/>
                  </a:lnTo>
                  <a:lnTo>
                    <a:pt x="11" y="2786"/>
                  </a:lnTo>
                  <a:lnTo>
                    <a:pt x="16" y="2772"/>
                  </a:lnTo>
                  <a:lnTo>
                    <a:pt x="21" y="2757"/>
                  </a:lnTo>
                  <a:lnTo>
                    <a:pt x="28" y="2742"/>
                  </a:lnTo>
                  <a:lnTo>
                    <a:pt x="36" y="2729"/>
                  </a:lnTo>
                  <a:lnTo>
                    <a:pt x="42" y="2722"/>
                  </a:lnTo>
                  <a:lnTo>
                    <a:pt x="48" y="2710"/>
                  </a:lnTo>
                  <a:lnTo>
                    <a:pt x="58" y="2695"/>
                  </a:lnTo>
                  <a:lnTo>
                    <a:pt x="68" y="2680"/>
                  </a:lnTo>
                  <a:lnTo>
                    <a:pt x="79" y="2663"/>
                  </a:lnTo>
                  <a:lnTo>
                    <a:pt x="89" y="2646"/>
                  </a:lnTo>
                  <a:lnTo>
                    <a:pt x="98" y="2631"/>
                  </a:lnTo>
                  <a:lnTo>
                    <a:pt x="105" y="2620"/>
                  </a:lnTo>
                  <a:lnTo>
                    <a:pt x="102" y="2611"/>
                  </a:lnTo>
                  <a:lnTo>
                    <a:pt x="102" y="2601"/>
                  </a:lnTo>
                  <a:lnTo>
                    <a:pt x="104" y="2589"/>
                  </a:lnTo>
                  <a:lnTo>
                    <a:pt x="113" y="2564"/>
                  </a:lnTo>
                  <a:lnTo>
                    <a:pt x="117" y="2551"/>
                  </a:lnTo>
                  <a:lnTo>
                    <a:pt x="118" y="2542"/>
                  </a:lnTo>
                  <a:lnTo>
                    <a:pt x="115" y="2535"/>
                  </a:lnTo>
                  <a:lnTo>
                    <a:pt x="106" y="2528"/>
                  </a:lnTo>
                  <a:lnTo>
                    <a:pt x="95" y="2518"/>
                  </a:lnTo>
                  <a:lnTo>
                    <a:pt x="89" y="2509"/>
                  </a:lnTo>
                  <a:lnTo>
                    <a:pt x="86" y="2495"/>
                  </a:lnTo>
                  <a:lnTo>
                    <a:pt x="86" y="2477"/>
                  </a:lnTo>
                  <a:lnTo>
                    <a:pt x="88" y="2456"/>
                  </a:lnTo>
                  <a:lnTo>
                    <a:pt x="91" y="2431"/>
                  </a:lnTo>
                  <a:lnTo>
                    <a:pt x="96" y="2404"/>
                  </a:lnTo>
                  <a:lnTo>
                    <a:pt x="102" y="2378"/>
                  </a:lnTo>
                  <a:lnTo>
                    <a:pt x="106" y="2349"/>
                  </a:lnTo>
                  <a:lnTo>
                    <a:pt x="117" y="2294"/>
                  </a:lnTo>
                  <a:lnTo>
                    <a:pt x="130" y="2243"/>
                  </a:lnTo>
                  <a:lnTo>
                    <a:pt x="144" y="2193"/>
                  </a:lnTo>
                  <a:lnTo>
                    <a:pt x="157" y="2142"/>
                  </a:lnTo>
                  <a:lnTo>
                    <a:pt x="163" y="2118"/>
                  </a:lnTo>
                  <a:lnTo>
                    <a:pt x="170" y="2093"/>
                  </a:lnTo>
                  <a:lnTo>
                    <a:pt x="178" y="2066"/>
                  </a:lnTo>
                  <a:lnTo>
                    <a:pt x="185" y="2038"/>
                  </a:lnTo>
                  <a:lnTo>
                    <a:pt x="199" y="1985"/>
                  </a:lnTo>
                  <a:lnTo>
                    <a:pt x="205" y="1961"/>
                  </a:lnTo>
                  <a:lnTo>
                    <a:pt x="211" y="1940"/>
                  </a:lnTo>
                  <a:lnTo>
                    <a:pt x="215" y="1924"/>
                  </a:lnTo>
                  <a:lnTo>
                    <a:pt x="218" y="1912"/>
                  </a:lnTo>
                  <a:lnTo>
                    <a:pt x="220" y="1898"/>
                  </a:lnTo>
                  <a:lnTo>
                    <a:pt x="220" y="1883"/>
                  </a:lnTo>
                  <a:lnTo>
                    <a:pt x="218" y="1867"/>
                  </a:lnTo>
                  <a:lnTo>
                    <a:pt x="217" y="1850"/>
                  </a:lnTo>
                  <a:lnTo>
                    <a:pt x="219" y="1830"/>
                  </a:lnTo>
                  <a:lnTo>
                    <a:pt x="223" y="1809"/>
                  </a:lnTo>
                  <a:lnTo>
                    <a:pt x="229" y="1786"/>
                  </a:lnTo>
                  <a:lnTo>
                    <a:pt x="232" y="1759"/>
                  </a:lnTo>
                  <a:lnTo>
                    <a:pt x="232" y="1731"/>
                  </a:lnTo>
                  <a:lnTo>
                    <a:pt x="230" y="1703"/>
                  </a:lnTo>
                  <a:lnTo>
                    <a:pt x="228" y="1678"/>
                  </a:lnTo>
                  <a:lnTo>
                    <a:pt x="225" y="1654"/>
                  </a:lnTo>
                  <a:lnTo>
                    <a:pt x="223" y="1639"/>
                  </a:lnTo>
                  <a:lnTo>
                    <a:pt x="225" y="1619"/>
                  </a:lnTo>
                  <a:lnTo>
                    <a:pt x="226" y="1596"/>
                  </a:lnTo>
                  <a:lnTo>
                    <a:pt x="229" y="1572"/>
                  </a:lnTo>
                  <a:lnTo>
                    <a:pt x="234" y="1547"/>
                  </a:lnTo>
                  <a:lnTo>
                    <a:pt x="239" y="1522"/>
                  </a:lnTo>
                  <a:lnTo>
                    <a:pt x="242" y="1498"/>
                  </a:lnTo>
                  <a:lnTo>
                    <a:pt x="247" y="1479"/>
                  </a:lnTo>
                  <a:lnTo>
                    <a:pt x="249" y="1462"/>
                  </a:lnTo>
                  <a:lnTo>
                    <a:pt x="250" y="1451"/>
                  </a:lnTo>
                  <a:lnTo>
                    <a:pt x="250" y="1430"/>
                  </a:lnTo>
                  <a:lnTo>
                    <a:pt x="248" y="1405"/>
                  </a:lnTo>
                  <a:lnTo>
                    <a:pt x="247" y="1377"/>
                  </a:lnTo>
                  <a:lnTo>
                    <a:pt x="248" y="1347"/>
                  </a:lnTo>
                  <a:lnTo>
                    <a:pt x="252" y="1318"/>
                  </a:lnTo>
                  <a:lnTo>
                    <a:pt x="257" y="1295"/>
                  </a:lnTo>
                  <a:lnTo>
                    <a:pt x="259" y="1269"/>
                  </a:lnTo>
                  <a:lnTo>
                    <a:pt x="261" y="1240"/>
                  </a:lnTo>
                  <a:lnTo>
                    <a:pt x="235" y="1231"/>
                  </a:lnTo>
                  <a:lnTo>
                    <a:pt x="211" y="1223"/>
                  </a:lnTo>
                  <a:lnTo>
                    <a:pt x="190" y="1215"/>
                  </a:lnTo>
                  <a:lnTo>
                    <a:pt x="170" y="1208"/>
                  </a:lnTo>
                  <a:lnTo>
                    <a:pt x="156" y="1203"/>
                  </a:lnTo>
                  <a:lnTo>
                    <a:pt x="146" y="1198"/>
                  </a:lnTo>
                  <a:lnTo>
                    <a:pt x="141" y="1197"/>
                  </a:lnTo>
                  <a:lnTo>
                    <a:pt x="140" y="1194"/>
                  </a:lnTo>
                  <a:lnTo>
                    <a:pt x="141" y="1186"/>
                  </a:lnTo>
                  <a:lnTo>
                    <a:pt x="145" y="1174"/>
                  </a:lnTo>
                  <a:lnTo>
                    <a:pt x="150" y="1160"/>
                  </a:lnTo>
                  <a:lnTo>
                    <a:pt x="168" y="1111"/>
                  </a:lnTo>
                  <a:lnTo>
                    <a:pt x="172" y="1096"/>
                  </a:lnTo>
                  <a:lnTo>
                    <a:pt x="176" y="1083"/>
                  </a:lnTo>
                  <a:lnTo>
                    <a:pt x="178" y="1072"/>
                  </a:lnTo>
                  <a:lnTo>
                    <a:pt x="183" y="1055"/>
                  </a:lnTo>
                  <a:lnTo>
                    <a:pt x="190" y="1036"/>
                  </a:lnTo>
                  <a:lnTo>
                    <a:pt x="197" y="1013"/>
                  </a:lnTo>
                  <a:lnTo>
                    <a:pt x="205" y="989"/>
                  </a:lnTo>
                  <a:lnTo>
                    <a:pt x="213" y="966"/>
                  </a:lnTo>
                  <a:lnTo>
                    <a:pt x="221" y="944"/>
                  </a:lnTo>
                  <a:lnTo>
                    <a:pt x="228" y="923"/>
                  </a:lnTo>
                  <a:lnTo>
                    <a:pt x="235" y="905"/>
                  </a:lnTo>
                  <a:lnTo>
                    <a:pt x="240" y="892"/>
                  </a:lnTo>
                  <a:lnTo>
                    <a:pt x="243" y="884"/>
                  </a:lnTo>
                  <a:lnTo>
                    <a:pt x="246" y="875"/>
                  </a:lnTo>
                  <a:lnTo>
                    <a:pt x="247" y="869"/>
                  </a:lnTo>
                  <a:lnTo>
                    <a:pt x="247" y="866"/>
                  </a:lnTo>
                  <a:lnTo>
                    <a:pt x="244" y="865"/>
                  </a:lnTo>
                  <a:lnTo>
                    <a:pt x="243" y="863"/>
                  </a:lnTo>
                  <a:lnTo>
                    <a:pt x="243" y="860"/>
                  </a:lnTo>
                  <a:lnTo>
                    <a:pt x="249" y="842"/>
                  </a:lnTo>
                  <a:lnTo>
                    <a:pt x="254" y="830"/>
                  </a:lnTo>
                  <a:lnTo>
                    <a:pt x="259" y="816"/>
                  </a:lnTo>
                  <a:lnTo>
                    <a:pt x="266" y="803"/>
                  </a:lnTo>
                  <a:lnTo>
                    <a:pt x="271" y="791"/>
                  </a:lnTo>
                  <a:lnTo>
                    <a:pt x="278" y="776"/>
                  </a:lnTo>
                  <a:lnTo>
                    <a:pt x="285" y="759"/>
                  </a:lnTo>
                  <a:lnTo>
                    <a:pt x="301" y="719"/>
                  </a:lnTo>
                  <a:lnTo>
                    <a:pt x="308" y="699"/>
                  </a:lnTo>
                  <a:lnTo>
                    <a:pt x="315" y="682"/>
                  </a:lnTo>
                  <a:lnTo>
                    <a:pt x="321" y="668"/>
                  </a:lnTo>
                  <a:lnTo>
                    <a:pt x="324" y="659"/>
                  </a:lnTo>
                  <a:lnTo>
                    <a:pt x="328" y="648"/>
                  </a:lnTo>
                  <a:lnTo>
                    <a:pt x="328" y="641"/>
                  </a:lnTo>
                  <a:lnTo>
                    <a:pt x="326" y="638"/>
                  </a:lnTo>
                  <a:lnTo>
                    <a:pt x="323" y="637"/>
                  </a:lnTo>
                  <a:lnTo>
                    <a:pt x="320" y="635"/>
                  </a:lnTo>
                  <a:lnTo>
                    <a:pt x="314" y="634"/>
                  </a:lnTo>
                  <a:lnTo>
                    <a:pt x="305" y="632"/>
                  </a:lnTo>
                  <a:lnTo>
                    <a:pt x="297" y="627"/>
                  </a:lnTo>
                  <a:lnTo>
                    <a:pt x="284" y="619"/>
                  </a:lnTo>
                  <a:lnTo>
                    <a:pt x="270" y="615"/>
                  </a:lnTo>
                  <a:lnTo>
                    <a:pt x="265" y="610"/>
                  </a:lnTo>
                  <a:lnTo>
                    <a:pt x="258" y="599"/>
                  </a:lnTo>
                  <a:lnTo>
                    <a:pt x="241" y="558"/>
                  </a:lnTo>
                  <a:lnTo>
                    <a:pt x="236" y="547"/>
                  </a:lnTo>
                  <a:lnTo>
                    <a:pt x="233" y="535"/>
                  </a:lnTo>
                  <a:lnTo>
                    <a:pt x="232" y="521"/>
                  </a:lnTo>
                  <a:lnTo>
                    <a:pt x="230" y="505"/>
                  </a:lnTo>
                  <a:lnTo>
                    <a:pt x="229" y="490"/>
                  </a:lnTo>
                  <a:lnTo>
                    <a:pt x="228" y="477"/>
                  </a:lnTo>
                  <a:lnTo>
                    <a:pt x="227" y="470"/>
                  </a:lnTo>
                  <a:lnTo>
                    <a:pt x="226" y="462"/>
                  </a:lnTo>
                  <a:lnTo>
                    <a:pt x="223" y="451"/>
                  </a:lnTo>
                  <a:lnTo>
                    <a:pt x="222" y="437"/>
                  </a:lnTo>
                  <a:lnTo>
                    <a:pt x="222" y="425"/>
                  </a:lnTo>
                  <a:lnTo>
                    <a:pt x="225" y="417"/>
                  </a:lnTo>
                  <a:lnTo>
                    <a:pt x="227" y="411"/>
                  </a:lnTo>
                  <a:lnTo>
                    <a:pt x="228" y="401"/>
                  </a:lnTo>
                  <a:lnTo>
                    <a:pt x="229" y="388"/>
                  </a:lnTo>
                  <a:lnTo>
                    <a:pt x="229" y="374"/>
                  </a:lnTo>
                  <a:lnTo>
                    <a:pt x="228" y="362"/>
                  </a:lnTo>
                  <a:lnTo>
                    <a:pt x="223" y="344"/>
                  </a:lnTo>
                  <a:lnTo>
                    <a:pt x="226" y="333"/>
                  </a:lnTo>
                  <a:lnTo>
                    <a:pt x="230" y="323"/>
                  </a:lnTo>
                  <a:lnTo>
                    <a:pt x="236" y="313"/>
                  </a:lnTo>
                  <a:lnTo>
                    <a:pt x="242" y="309"/>
                  </a:lnTo>
                  <a:lnTo>
                    <a:pt x="247" y="303"/>
                  </a:lnTo>
                  <a:lnTo>
                    <a:pt x="249" y="295"/>
                  </a:lnTo>
                  <a:lnTo>
                    <a:pt x="249" y="281"/>
                  </a:lnTo>
                  <a:lnTo>
                    <a:pt x="251" y="260"/>
                  </a:lnTo>
                  <a:lnTo>
                    <a:pt x="254" y="249"/>
                  </a:lnTo>
                  <a:lnTo>
                    <a:pt x="256" y="244"/>
                  </a:lnTo>
                  <a:lnTo>
                    <a:pt x="257" y="238"/>
                  </a:lnTo>
                  <a:lnTo>
                    <a:pt x="256" y="226"/>
                  </a:lnTo>
                  <a:lnTo>
                    <a:pt x="255" y="212"/>
                  </a:lnTo>
                  <a:lnTo>
                    <a:pt x="255" y="180"/>
                  </a:lnTo>
                  <a:lnTo>
                    <a:pt x="257" y="159"/>
                  </a:lnTo>
                  <a:lnTo>
                    <a:pt x="264" y="137"/>
                  </a:lnTo>
                  <a:lnTo>
                    <a:pt x="273" y="118"/>
                  </a:lnTo>
                  <a:lnTo>
                    <a:pt x="284" y="104"/>
                  </a:lnTo>
                  <a:lnTo>
                    <a:pt x="294" y="97"/>
                  </a:lnTo>
                  <a:lnTo>
                    <a:pt x="309" y="91"/>
                  </a:lnTo>
                  <a:lnTo>
                    <a:pt x="329" y="86"/>
                  </a:lnTo>
                  <a:lnTo>
                    <a:pt x="349" y="84"/>
                  </a:lnTo>
                  <a:lnTo>
                    <a:pt x="367" y="82"/>
                  </a:lnTo>
                  <a:lnTo>
                    <a:pt x="400" y="80"/>
                  </a:lnTo>
                  <a:lnTo>
                    <a:pt x="419" y="77"/>
                  </a:lnTo>
                  <a:lnTo>
                    <a:pt x="440" y="75"/>
                  </a:lnTo>
                  <a:lnTo>
                    <a:pt x="460" y="73"/>
                  </a:lnTo>
                  <a:lnTo>
                    <a:pt x="479" y="71"/>
                  </a:lnTo>
                  <a:lnTo>
                    <a:pt x="492" y="70"/>
                  </a:lnTo>
                  <a:lnTo>
                    <a:pt x="504" y="68"/>
                  </a:lnTo>
                  <a:lnTo>
                    <a:pt x="513" y="61"/>
                  </a:lnTo>
                  <a:lnTo>
                    <a:pt x="523" y="53"/>
                  </a:lnTo>
                  <a:lnTo>
                    <a:pt x="528" y="45"/>
                  </a:lnTo>
                  <a:lnTo>
                    <a:pt x="533" y="38"/>
                  </a:lnTo>
                  <a:lnTo>
                    <a:pt x="534" y="35"/>
                  </a:lnTo>
                  <a:lnTo>
                    <a:pt x="538" y="30"/>
                  </a:lnTo>
                  <a:lnTo>
                    <a:pt x="542" y="20"/>
                  </a:lnTo>
                  <a:lnTo>
                    <a:pt x="546" y="12"/>
                  </a:lnTo>
                  <a:lnTo>
                    <a:pt x="552" y="0"/>
                  </a:lnTo>
                  <a:close/>
                </a:path>
              </a:pathLst>
            </a:custGeom>
            <a:grpFill/>
            <a:ln w="0">
              <a:noFill/>
              <a:prstDash val="solid"/>
              <a:round/>
            </a:ln>
          </p:spPr>
          <p:txBody>
            <a:bodyPr vert="horz" wrap="square" lIns="91416" tIns="45708" rIns="91416" bIns="45708" numCol="1" anchor="t" anchorCtr="0" compatLnSpc="1"/>
            <a:lstStyle/>
            <a:p>
              <a:endParaRPr lang="en-US" sz="2400"/>
            </a:p>
          </p:txBody>
        </p:sp>
      </p:grpSp>
      <p:grpSp>
        <p:nvGrpSpPr>
          <p:cNvPr id="9" name="Group 8"/>
          <p:cNvGrpSpPr/>
          <p:nvPr/>
        </p:nvGrpSpPr>
        <p:grpSpPr>
          <a:xfrm>
            <a:off x="3338954" y="3349961"/>
            <a:ext cx="7246620" cy="1259474"/>
            <a:chOff x="2661631" y="4495800"/>
            <a:chExt cx="7246621" cy="1259474"/>
          </a:xfrm>
        </p:grpSpPr>
        <p:sp>
          <p:nvSpPr>
            <p:cNvPr id="10" name="TextBox 9"/>
            <p:cNvSpPr txBox="1"/>
            <p:nvPr/>
          </p:nvSpPr>
          <p:spPr>
            <a:xfrm>
              <a:off x="2661631" y="4579672"/>
              <a:ext cx="7246621" cy="1014730"/>
            </a:xfrm>
            <a:prstGeom prst="rect">
              <a:avLst/>
            </a:prstGeom>
            <a:noFill/>
          </p:spPr>
          <p:txBody>
            <a:bodyPr wrap="none" rtlCol="0" anchor="ctr">
              <a:spAutoFit/>
            </a:bodyPr>
            <a:lstStyle/>
            <a:p>
              <a:pPr algn="ctr"/>
              <a:r>
                <a:rPr lang="en-US" sz="6000" b="1" dirty="0" smtClean="0">
                  <a:solidFill>
                    <a:prstClr val="white"/>
                  </a:solidFill>
                  <a:latin typeface="Segoe UI Light" panose="020B0502040204020203" pitchFamily="34" charset="0"/>
                </a:rPr>
                <a:t>SafeSwitch as Solution</a:t>
              </a:r>
              <a:endParaRPr lang="en-US" sz="6000" b="1" dirty="0">
                <a:solidFill>
                  <a:prstClr val="white"/>
                </a:solidFill>
                <a:latin typeface="Segoe UI Light" panose="020B0502040204020203" pitchFamily="34" charset="0"/>
              </a:endParaRPr>
            </a:p>
          </p:txBody>
        </p:sp>
        <p:grpSp>
          <p:nvGrpSpPr>
            <p:cNvPr id="11" name="Group 10"/>
            <p:cNvGrpSpPr/>
            <p:nvPr/>
          </p:nvGrpSpPr>
          <p:grpSpPr>
            <a:xfrm>
              <a:off x="3427412" y="4495800"/>
              <a:ext cx="5715000" cy="1259474"/>
              <a:chOff x="3427412" y="4495800"/>
              <a:chExt cx="5715000" cy="1259474"/>
            </a:xfrm>
          </p:grpSpPr>
          <p:cxnSp>
            <p:nvCxnSpPr>
              <p:cNvPr id="12" name="Straight Connector 11"/>
              <p:cNvCxnSpPr/>
              <p:nvPr/>
            </p:nvCxnSpPr>
            <p:spPr>
              <a:xfrm>
                <a:off x="3427412" y="4495800"/>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27412" y="5753686"/>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306" y="152400"/>
            <a:ext cx="11074400" cy="1143000"/>
          </a:xfrm>
        </p:spPr>
        <p:txBody>
          <a:bodyPr>
            <a:normAutofit/>
          </a:bodyPr>
          <a:lstStyle/>
          <a:p>
            <a:r>
              <a:rPr lang="en-US" sz="4800" u="sng" dirty="0" smtClean="0">
                <a:solidFill>
                  <a:schemeClr val="bg1"/>
                </a:solidFill>
              </a:rPr>
              <a:t>Solution</a:t>
            </a:r>
            <a:endParaRPr lang="en-US" sz="4800" u="sng" dirty="0">
              <a:solidFill>
                <a:schemeClr val="bg1"/>
              </a:solidFill>
            </a:endParaRPr>
          </a:p>
        </p:txBody>
      </p:sp>
      <p:sp>
        <p:nvSpPr>
          <p:cNvPr id="3" name="TextBox 2"/>
          <p:cNvSpPr txBox="1"/>
          <p:nvPr/>
        </p:nvSpPr>
        <p:spPr>
          <a:xfrm>
            <a:off x="457200" y="1595021"/>
            <a:ext cx="10363200" cy="4661535"/>
          </a:xfrm>
          <a:prstGeom prst="rect">
            <a:avLst/>
          </a:prstGeom>
          <a:noFill/>
        </p:spPr>
        <p:txBody>
          <a:bodyPr wrap="square" rtlCol="0">
            <a:spAutoFit/>
          </a:bodyPr>
          <a:lstStyle/>
          <a:p>
            <a:r>
              <a:rPr lang="en-US" sz="2700" b="1" dirty="0">
                <a:solidFill>
                  <a:schemeClr val="bg1"/>
                </a:solidFill>
              </a:rPr>
              <a:t>Timer Switch for Safety &amp; Efficiency</a:t>
            </a:r>
            <a:endParaRPr lang="en-US" sz="2700" b="1" dirty="0">
              <a:solidFill>
                <a:schemeClr val="bg1"/>
              </a:solidFill>
            </a:endParaRPr>
          </a:p>
          <a:p>
            <a:pPr marL="457200" indent="-457200">
              <a:buFont typeface="Wingdings" panose="05000000000000000000" charset="0"/>
              <a:buChar char="Ø"/>
            </a:pPr>
            <a:r>
              <a:rPr lang="en-US" sz="2700" dirty="0">
                <a:solidFill>
                  <a:schemeClr val="bg1"/>
                </a:solidFill>
              </a:rPr>
              <a:t>Prevention of Over-Powering</a:t>
            </a:r>
            <a:endParaRPr lang="en-US" sz="2700" dirty="0">
              <a:solidFill>
                <a:schemeClr val="bg1"/>
              </a:solidFill>
            </a:endParaRPr>
          </a:p>
          <a:p>
            <a:pPr marL="457200" indent="-457200">
              <a:buFont typeface="Wingdings" panose="05000000000000000000" charset="0"/>
              <a:buChar char="Ø"/>
            </a:pPr>
            <a:r>
              <a:rPr lang="en-US" sz="2700" dirty="0">
                <a:solidFill>
                  <a:schemeClr val="bg1"/>
                </a:solidFill>
              </a:rPr>
              <a:t>Reduced Risks</a:t>
            </a:r>
            <a:endParaRPr lang="en-US" sz="2700" dirty="0">
              <a:solidFill>
                <a:schemeClr val="bg1"/>
              </a:solidFill>
            </a:endParaRPr>
          </a:p>
          <a:p>
            <a:endParaRPr lang="en-US" sz="2700" dirty="0">
              <a:solidFill>
                <a:schemeClr val="bg1"/>
              </a:solidFill>
            </a:endParaRPr>
          </a:p>
          <a:p>
            <a:r>
              <a:rPr lang="en-US" sz="2700" b="1" dirty="0">
                <a:solidFill>
                  <a:schemeClr val="bg1"/>
                </a:solidFill>
              </a:rPr>
              <a:t>Remote Control &amp; Connectivity</a:t>
            </a:r>
            <a:endParaRPr lang="en-US" sz="2700" b="1" dirty="0">
              <a:solidFill>
                <a:schemeClr val="bg1"/>
              </a:solidFill>
            </a:endParaRPr>
          </a:p>
          <a:p>
            <a:pPr marL="457200" indent="-457200">
              <a:buFont typeface="Wingdings" panose="05000000000000000000" charset="0"/>
              <a:buChar char="Ø"/>
            </a:pPr>
            <a:r>
              <a:rPr lang="en-US" sz="2700" dirty="0">
                <a:solidFill>
                  <a:schemeClr val="bg1"/>
                </a:solidFill>
              </a:rPr>
              <a:t>Bluetooth &amp; IoT Integration</a:t>
            </a:r>
            <a:endParaRPr lang="en-US" sz="2700" dirty="0">
              <a:solidFill>
                <a:schemeClr val="bg1"/>
              </a:solidFill>
            </a:endParaRPr>
          </a:p>
          <a:p>
            <a:pPr marL="457200" indent="-457200">
              <a:buFont typeface="Wingdings" panose="05000000000000000000" charset="0"/>
              <a:buChar char="Ø"/>
            </a:pPr>
            <a:r>
              <a:rPr lang="en-US" sz="2700" dirty="0">
                <a:solidFill>
                  <a:schemeClr val="bg1"/>
                </a:solidFill>
              </a:rPr>
              <a:t>Convenience &amp; Control</a:t>
            </a:r>
            <a:endParaRPr lang="en-US" sz="2700" dirty="0">
              <a:solidFill>
                <a:schemeClr val="bg1"/>
              </a:solidFill>
            </a:endParaRPr>
          </a:p>
          <a:p>
            <a:pPr marL="457200" indent="-457200">
              <a:buFont typeface="Wingdings" panose="05000000000000000000" charset="0"/>
              <a:buChar char="Ø"/>
            </a:pPr>
            <a:endParaRPr lang="en-US" sz="2700" dirty="0">
              <a:solidFill>
                <a:schemeClr val="bg1"/>
              </a:solidFill>
            </a:endParaRPr>
          </a:p>
          <a:p>
            <a:r>
              <a:rPr lang="en-US" sz="2700" b="1" dirty="0">
                <a:solidFill>
                  <a:schemeClr val="bg1"/>
                </a:solidFill>
              </a:rPr>
              <a:t>Promoting Sustainable Living</a:t>
            </a:r>
            <a:endParaRPr lang="en-US" sz="2700" dirty="0">
              <a:solidFill>
                <a:schemeClr val="bg1"/>
              </a:solidFill>
            </a:endParaRPr>
          </a:p>
          <a:p>
            <a:pPr marL="457200" indent="-457200">
              <a:buFont typeface="Wingdings" panose="05000000000000000000" charset="0"/>
              <a:buChar char="Ø"/>
            </a:pPr>
            <a:r>
              <a:rPr lang="en-US" sz="2700" dirty="0">
                <a:solidFill>
                  <a:schemeClr val="bg1"/>
                </a:solidFill>
              </a:rPr>
              <a:t>Alignment with Sustainable Development Goals</a:t>
            </a:r>
            <a:endParaRPr lang="en-US" sz="2700" dirty="0">
              <a:solidFill>
                <a:schemeClr val="bg1"/>
              </a:solidFill>
            </a:endParaRPr>
          </a:p>
          <a:p>
            <a:pPr marL="457200" indent="-457200">
              <a:buFont typeface="Wingdings" panose="05000000000000000000" charset="0"/>
              <a:buChar char="Ø"/>
            </a:pPr>
            <a:r>
              <a:rPr lang="en-US" sz="2700" dirty="0">
                <a:solidFill>
                  <a:schemeClr val="bg1"/>
                </a:solidFill>
              </a:rPr>
              <a:t>Enhanced Safety</a:t>
            </a:r>
            <a:endParaRPr lang="en-US" sz="2700" dirty="0">
              <a:solidFill>
                <a:schemeClr val="bg1"/>
              </a:solidFill>
            </a:endParaRPr>
          </a:p>
        </p:txBody>
      </p:sp>
      <p:pic>
        <p:nvPicPr>
          <p:cNvPr id="102" name="Picture 101"/>
          <p:cNvPicPr/>
          <p:nvPr/>
        </p:nvPicPr>
        <p:blipFill>
          <a:blip r:embed="rId1"/>
          <a:stretch>
            <a:fillRect/>
          </a:stretch>
        </p:blipFill>
        <p:spPr>
          <a:xfrm>
            <a:off x="7543800" y="1595120"/>
            <a:ext cx="4270375" cy="3503930"/>
          </a:xfrm>
          <a:prstGeom prst="rect">
            <a:avLst/>
          </a:prstGeom>
          <a:noFill/>
          <a:ln w="9525">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Oval 307"/>
          <p:cNvSpPr/>
          <p:nvPr/>
        </p:nvSpPr>
        <p:spPr>
          <a:xfrm>
            <a:off x="2133601" y="5334003"/>
            <a:ext cx="3415567" cy="114621"/>
          </a:xfrm>
          <a:prstGeom prst="ellipse">
            <a:avLst/>
          </a:prstGeom>
          <a:gradFill flip="none" rotWithShape="1">
            <a:gsLst>
              <a:gs pos="0">
                <a:schemeClr val="tx1"/>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algn="ctr" defTabSz="914400">
              <a:defRPr/>
            </a:pPr>
            <a:endParaRPr lang="en-US" sz="1800" kern="0">
              <a:solidFill>
                <a:sysClr val="window" lastClr="FFFFFF"/>
              </a:solidFill>
            </a:endParaRPr>
          </a:p>
        </p:txBody>
      </p:sp>
      <p:sp>
        <p:nvSpPr>
          <p:cNvPr id="309" name="Content Placeholder 4"/>
          <p:cNvSpPr txBox="1"/>
          <p:nvPr/>
        </p:nvSpPr>
        <p:spPr>
          <a:xfrm>
            <a:off x="7071860"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6" name="Group 22"/>
          <p:cNvGrpSpPr/>
          <p:nvPr/>
        </p:nvGrpSpPr>
        <p:grpSpPr>
          <a:xfrm>
            <a:off x="3401060" y="3170203"/>
            <a:ext cx="880645" cy="2218049"/>
            <a:chOff x="4413250" y="1588"/>
            <a:chExt cx="2041525" cy="5141912"/>
          </a:xfrm>
          <a:solidFill>
            <a:schemeClr val="tx1">
              <a:alpha val="65000"/>
            </a:schemeClr>
          </a:solidFill>
          <a:effectLst/>
        </p:grpSpPr>
        <p:sp>
          <p:nvSpPr>
            <p:cNvPr id="7" name="Freeform 13"/>
            <p:cNvSpPr/>
            <p:nvPr/>
          </p:nvSpPr>
          <p:spPr bwMode="auto">
            <a:xfrm>
              <a:off x="5189538" y="1588"/>
              <a:ext cx="522288" cy="833438"/>
            </a:xfrm>
            <a:custGeom>
              <a:avLst/>
              <a:gdLst/>
              <a:ahLst/>
              <a:cxnLst>
                <a:cxn ang="0">
                  <a:pos x="159" y="0"/>
                </a:cxn>
                <a:cxn ang="0">
                  <a:pos x="198" y="5"/>
                </a:cxn>
                <a:cxn ang="0">
                  <a:pos x="236" y="15"/>
                </a:cxn>
                <a:cxn ang="0">
                  <a:pos x="260" y="32"/>
                </a:cxn>
                <a:cxn ang="0">
                  <a:pos x="272" y="49"/>
                </a:cxn>
                <a:cxn ang="0">
                  <a:pos x="279" y="62"/>
                </a:cxn>
                <a:cxn ang="0">
                  <a:pos x="289" y="87"/>
                </a:cxn>
                <a:cxn ang="0">
                  <a:pos x="301" y="130"/>
                </a:cxn>
                <a:cxn ang="0">
                  <a:pos x="305" y="155"/>
                </a:cxn>
                <a:cxn ang="0">
                  <a:pos x="306" y="183"/>
                </a:cxn>
                <a:cxn ang="0">
                  <a:pos x="307" y="201"/>
                </a:cxn>
                <a:cxn ang="0">
                  <a:pos x="312" y="198"/>
                </a:cxn>
                <a:cxn ang="0">
                  <a:pos x="319" y="194"/>
                </a:cxn>
                <a:cxn ang="0">
                  <a:pos x="325" y="198"/>
                </a:cxn>
                <a:cxn ang="0">
                  <a:pos x="329" y="218"/>
                </a:cxn>
                <a:cxn ang="0">
                  <a:pos x="328" y="240"/>
                </a:cxn>
                <a:cxn ang="0">
                  <a:pos x="322" y="269"/>
                </a:cxn>
                <a:cxn ang="0">
                  <a:pos x="316" y="290"/>
                </a:cxn>
                <a:cxn ang="0">
                  <a:pos x="313" y="296"/>
                </a:cxn>
                <a:cxn ang="0">
                  <a:pos x="309" y="296"/>
                </a:cxn>
                <a:cxn ang="0">
                  <a:pos x="304" y="292"/>
                </a:cxn>
                <a:cxn ang="0">
                  <a:pos x="299" y="291"/>
                </a:cxn>
                <a:cxn ang="0">
                  <a:pos x="298" y="298"/>
                </a:cxn>
                <a:cxn ang="0">
                  <a:pos x="293" y="315"/>
                </a:cxn>
                <a:cxn ang="0">
                  <a:pos x="279" y="351"/>
                </a:cxn>
                <a:cxn ang="0">
                  <a:pos x="274" y="368"/>
                </a:cxn>
                <a:cxn ang="0">
                  <a:pos x="272" y="398"/>
                </a:cxn>
                <a:cxn ang="0">
                  <a:pos x="274" y="428"/>
                </a:cxn>
                <a:cxn ang="0">
                  <a:pos x="181" y="525"/>
                </a:cxn>
                <a:cxn ang="0">
                  <a:pos x="126" y="483"/>
                </a:cxn>
                <a:cxn ang="0">
                  <a:pos x="112" y="470"/>
                </a:cxn>
                <a:cxn ang="0">
                  <a:pos x="93" y="450"/>
                </a:cxn>
                <a:cxn ang="0">
                  <a:pos x="76" y="432"/>
                </a:cxn>
                <a:cxn ang="0">
                  <a:pos x="71" y="418"/>
                </a:cxn>
                <a:cxn ang="0">
                  <a:pos x="64" y="389"/>
                </a:cxn>
                <a:cxn ang="0">
                  <a:pos x="56" y="350"/>
                </a:cxn>
                <a:cxn ang="0">
                  <a:pos x="49" y="321"/>
                </a:cxn>
                <a:cxn ang="0">
                  <a:pos x="46" y="308"/>
                </a:cxn>
                <a:cxn ang="0">
                  <a:pos x="39" y="299"/>
                </a:cxn>
                <a:cxn ang="0">
                  <a:pos x="35" y="306"/>
                </a:cxn>
                <a:cxn ang="0">
                  <a:pos x="25" y="305"/>
                </a:cxn>
                <a:cxn ang="0">
                  <a:pos x="18" y="292"/>
                </a:cxn>
                <a:cxn ang="0">
                  <a:pos x="10" y="271"/>
                </a:cxn>
                <a:cxn ang="0">
                  <a:pos x="3" y="254"/>
                </a:cxn>
                <a:cxn ang="0">
                  <a:pos x="0" y="230"/>
                </a:cxn>
                <a:cxn ang="0">
                  <a:pos x="2" y="207"/>
                </a:cxn>
                <a:cxn ang="0">
                  <a:pos x="8" y="204"/>
                </a:cxn>
                <a:cxn ang="0">
                  <a:pos x="17" y="213"/>
                </a:cxn>
                <a:cxn ang="0">
                  <a:pos x="24" y="222"/>
                </a:cxn>
                <a:cxn ang="0">
                  <a:pos x="24" y="220"/>
                </a:cxn>
                <a:cxn ang="0">
                  <a:pos x="23" y="207"/>
                </a:cxn>
                <a:cxn ang="0">
                  <a:pos x="22" y="178"/>
                </a:cxn>
                <a:cxn ang="0">
                  <a:pos x="23" y="144"/>
                </a:cxn>
                <a:cxn ang="0">
                  <a:pos x="27" y="96"/>
                </a:cxn>
                <a:cxn ang="0">
                  <a:pos x="31" y="80"/>
                </a:cxn>
                <a:cxn ang="0">
                  <a:pos x="43" y="60"/>
                </a:cxn>
                <a:cxn ang="0">
                  <a:pos x="57" y="37"/>
                </a:cxn>
                <a:cxn ang="0">
                  <a:pos x="67" y="23"/>
                </a:cxn>
                <a:cxn ang="0">
                  <a:pos x="87" y="13"/>
                </a:cxn>
                <a:cxn ang="0">
                  <a:pos x="116" y="5"/>
                </a:cxn>
                <a:cxn ang="0">
                  <a:pos x="141" y="0"/>
                </a:cxn>
              </a:cxnLst>
              <a:rect l="0" t="0" r="r" b="b"/>
              <a:pathLst>
                <a:path w="329" h="525">
                  <a:moveTo>
                    <a:pt x="141" y="0"/>
                  </a:moveTo>
                  <a:lnTo>
                    <a:pt x="159" y="0"/>
                  </a:lnTo>
                  <a:lnTo>
                    <a:pt x="177" y="1"/>
                  </a:lnTo>
                  <a:lnTo>
                    <a:pt x="198" y="5"/>
                  </a:lnTo>
                  <a:lnTo>
                    <a:pt x="220" y="9"/>
                  </a:lnTo>
                  <a:lnTo>
                    <a:pt x="236" y="15"/>
                  </a:lnTo>
                  <a:lnTo>
                    <a:pt x="249" y="22"/>
                  </a:lnTo>
                  <a:lnTo>
                    <a:pt x="260" y="32"/>
                  </a:lnTo>
                  <a:lnTo>
                    <a:pt x="267" y="41"/>
                  </a:lnTo>
                  <a:lnTo>
                    <a:pt x="272" y="49"/>
                  </a:lnTo>
                  <a:lnTo>
                    <a:pt x="276" y="55"/>
                  </a:lnTo>
                  <a:lnTo>
                    <a:pt x="279" y="62"/>
                  </a:lnTo>
                  <a:lnTo>
                    <a:pt x="284" y="73"/>
                  </a:lnTo>
                  <a:lnTo>
                    <a:pt x="289" y="87"/>
                  </a:lnTo>
                  <a:lnTo>
                    <a:pt x="298" y="118"/>
                  </a:lnTo>
                  <a:lnTo>
                    <a:pt x="301" y="130"/>
                  </a:lnTo>
                  <a:lnTo>
                    <a:pt x="304" y="142"/>
                  </a:lnTo>
                  <a:lnTo>
                    <a:pt x="305" y="155"/>
                  </a:lnTo>
                  <a:lnTo>
                    <a:pt x="305" y="169"/>
                  </a:lnTo>
                  <a:lnTo>
                    <a:pt x="306" y="183"/>
                  </a:lnTo>
                  <a:lnTo>
                    <a:pt x="306" y="200"/>
                  </a:lnTo>
                  <a:lnTo>
                    <a:pt x="307" y="201"/>
                  </a:lnTo>
                  <a:lnTo>
                    <a:pt x="309" y="200"/>
                  </a:lnTo>
                  <a:lnTo>
                    <a:pt x="312" y="198"/>
                  </a:lnTo>
                  <a:lnTo>
                    <a:pt x="315" y="196"/>
                  </a:lnTo>
                  <a:lnTo>
                    <a:pt x="319" y="194"/>
                  </a:lnTo>
                  <a:lnTo>
                    <a:pt x="321" y="193"/>
                  </a:lnTo>
                  <a:lnTo>
                    <a:pt x="325" y="198"/>
                  </a:lnTo>
                  <a:lnTo>
                    <a:pt x="328" y="206"/>
                  </a:lnTo>
                  <a:lnTo>
                    <a:pt x="329" y="218"/>
                  </a:lnTo>
                  <a:lnTo>
                    <a:pt x="329" y="227"/>
                  </a:lnTo>
                  <a:lnTo>
                    <a:pt x="328" y="240"/>
                  </a:lnTo>
                  <a:lnTo>
                    <a:pt x="326" y="255"/>
                  </a:lnTo>
                  <a:lnTo>
                    <a:pt x="322" y="269"/>
                  </a:lnTo>
                  <a:lnTo>
                    <a:pt x="319" y="282"/>
                  </a:lnTo>
                  <a:lnTo>
                    <a:pt x="316" y="290"/>
                  </a:lnTo>
                  <a:lnTo>
                    <a:pt x="314" y="293"/>
                  </a:lnTo>
                  <a:lnTo>
                    <a:pt x="313" y="296"/>
                  </a:lnTo>
                  <a:lnTo>
                    <a:pt x="311" y="297"/>
                  </a:lnTo>
                  <a:lnTo>
                    <a:pt x="309" y="296"/>
                  </a:lnTo>
                  <a:lnTo>
                    <a:pt x="305" y="293"/>
                  </a:lnTo>
                  <a:lnTo>
                    <a:pt x="304" y="292"/>
                  </a:lnTo>
                  <a:lnTo>
                    <a:pt x="301" y="291"/>
                  </a:lnTo>
                  <a:lnTo>
                    <a:pt x="299" y="291"/>
                  </a:lnTo>
                  <a:lnTo>
                    <a:pt x="299" y="294"/>
                  </a:lnTo>
                  <a:lnTo>
                    <a:pt x="298" y="298"/>
                  </a:lnTo>
                  <a:lnTo>
                    <a:pt x="298" y="301"/>
                  </a:lnTo>
                  <a:lnTo>
                    <a:pt x="293" y="315"/>
                  </a:lnTo>
                  <a:lnTo>
                    <a:pt x="284" y="339"/>
                  </a:lnTo>
                  <a:lnTo>
                    <a:pt x="279" y="351"/>
                  </a:lnTo>
                  <a:lnTo>
                    <a:pt x="276" y="361"/>
                  </a:lnTo>
                  <a:lnTo>
                    <a:pt x="274" y="368"/>
                  </a:lnTo>
                  <a:lnTo>
                    <a:pt x="272" y="375"/>
                  </a:lnTo>
                  <a:lnTo>
                    <a:pt x="272" y="398"/>
                  </a:lnTo>
                  <a:lnTo>
                    <a:pt x="274" y="411"/>
                  </a:lnTo>
                  <a:lnTo>
                    <a:pt x="274" y="428"/>
                  </a:lnTo>
                  <a:lnTo>
                    <a:pt x="255" y="489"/>
                  </a:lnTo>
                  <a:lnTo>
                    <a:pt x="181" y="525"/>
                  </a:lnTo>
                  <a:lnTo>
                    <a:pt x="129" y="485"/>
                  </a:lnTo>
                  <a:lnTo>
                    <a:pt x="126" y="483"/>
                  </a:lnTo>
                  <a:lnTo>
                    <a:pt x="121" y="478"/>
                  </a:lnTo>
                  <a:lnTo>
                    <a:pt x="112" y="470"/>
                  </a:lnTo>
                  <a:lnTo>
                    <a:pt x="102" y="461"/>
                  </a:lnTo>
                  <a:lnTo>
                    <a:pt x="93" y="450"/>
                  </a:lnTo>
                  <a:lnTo>
                    <a:pt x="83" y="441"/>
                  </a:lnTo>
                  <a:lnTo>
                    <a:pt x="76" y="432"/>
                  </a:lnTo>
                  <a:lnTo>
                    <a:pt x="73" y="426"/>
                  </a:lnTo>
                  <a:lnTo>
                    <a:pt x="71" y="418"/>
                  </a:lnTo>
                  <a:lnTo>
                    <a:pt x="67" y="405"/>
                  </a:lnTo>
                  <a:lnTo>
                    <a:pt x="64" y="389"/>
                  </a:lnTo>
                  <a:lnTo>
                    <a:pt x="59" y="369"/>
                  </a:lnTo>
                  <a:lnTo>
                    <a:pt x="56" y="350"/>
                  </a:lnTo>
                  <a:lnTo>
                    <a:pt x="52" y="334"/>
                  </a:lnTo>
                  <a:lnTo>
                    <a:pt x="49" y="321"/>
                  </a:lnTo>
                  <a:lnTo>
                    <a:pt x="47" y="313"/>
                  </a:lnTo>
                  <a:lnTo>
                    <a:pt x="46" y="308"/>
                  </a:lnTo>
                  <a:lnTo>
                    <a:pt x="45" y="305"/>
                  </a:lnTo>
                  <a:lnTo>
                    <a:pt x="39" y="299"/>
                  </a:lnTo>
                  <a:lnTo>
                    <a:pt x="37" y="301"/>
                  </a:lnTo>
                  <a:lnTo>
                    <a:pt x="35" y="306"/>
                  </a:lnTo>
                  <a:lnTo>
                    <a:pt x="29" y="306"/>
                  </a:lnTo>
                  <a:lnTo>
                    <a:pt x="25" y="305"/>
                  </a:lnTo>
                  <a:lnTo>
                    <a:pt x="22" y="300"/>
                  </a:lnTo>
                  <a:lnTo>
                    <a:pt x="18" y="292"/>
                  </a:lnTo>
                  <a:lnTo>
                    <a:pt x="15" y="283"/>
                  </a:lnTo>
                  <a:lnTo>
                    <a:pt x="10" y="271"/>
                  </a:lnTo>
                  <a:lnTo>
                    <a:pt x="7" y="262"/>
                  </a:lnTo>
                  <a:lnTo>
                    <a:pt x="3" y="254"/>
                  </a:lnTo>
                  <a:lnTo>
                    <a:pt x="0" y="243"/>
                  </a:lnTo>
                  <a:lnTo>
                    <a:pt x="0" y="230"/>
                  </a:lnTo>
                  <a:lnTo>
                    <a:pt x="1" y="218"/>
                  </a:lnTo>
                  <a:lnTo>
                    <a:pt x="2" y="207"/>
                  </a:lnTo>
                  <a:lnTo>
                    <a:pt x="5" y="204"/>
                  </a:lnTo>
                  <a:lnTo>
                    <a:pt x="8" y="204"/>
                  </a:lnTo>
                  <a:lnTo>
                    <a:pt x="13" y="207"/>
                  </a:lnTo>
                  <a:lnTo>
                    <a:pt x="17" y="213"/>
                  </a:lnTo>
                  <a:lnTo>
                    <a:pt x="22" y="218"/>
                  </a:lnTo>
                  <a:lnTo>
                    <a:pt x="24" y="222"/>
                  </a:lnTo>
                  <a:lnTo>
                    <a:pt x="25" y="223"/>
                  </a:lnTo>
                  <a:lnTo>
                    <a:pt x="24" y="220"/>
                  </a:lnTo>
                  <a:lnTo>
                    <a:pt x="24" y="214"/>
                  </a:lnTo>
                  <a:lnTo>
                    <a:pt x="23" y="207"/>
                  </a:lnTo>
                  <a:lnTo>
                    <a:pt x="22" y="201"/>
                  </a:lnTo>
                  <a:lnTo>
                    <a:pt x="22" y="178"/>
                  </a:lnTo>
                  <a:lnTo>
                    <a:pt x="23" y="162"/>
                  </a:lnTo>
                  <a:lnTo>
                    <a:pt x="23" y="144"/>
                  </a:lnTo>
                  <a:lnTo>
                    <a:pt x="25" y="110"/>
                  </a:lnTo>
                  <a:lnTo>
                    <a:pt x="27" y="96"/>
                  </a:lnTo>
                  <a:lnTo>
                    <a:pt x="28" y="87"/>
                  </a:lnTo>
                  <a:lnTo>
                    <a:pt x="31" y="80"/>
                  </a:lnTo>
                  <a:lnTo>
                    <a:pt x="36" y="70"/>
                  </a:lnTo>
                  <a:lnTo>
                    <a:pt x="43" y="60"/>
                  </a:lnTo>
                  <a:lnTo>
                    <a:pt x="50" y="48"/>
                  </a:lnTo>
                  <a:lnTo>
                    <a:pt x="57" y="37"/>
                  </a:lnTo>
                  <a:lnTo>
                    <a:pt x="63" y="29"/>
                  </a:lnTo>
                  <a:lnTo>
                    <a:pt x="67" y="23"/>
                  </a:lnTo>
                  <a:lnTo>
                    <a:pt x="74" y="19"/>
                  </a:lnTo>
                  <a:lnTo>
                    <a:pt x="87" y="13"/>
                  </a:lnTo>
                  <a:lnTo>
                    <a:pt x="102" y="8"/>
                  </a:lnTo>
                  <a:lnTo>
                    <a:pt x="116" y="5"/>
                  </a:lnTo>
                  <a:lnTo>
                    <a:pt x="129" y="1"/>
                  </a:lnTo>
                  <a:lnTo>
                    <a:pt x="141" y="0"/>
                  </a:lnTo>
                  <a:close/>
                </a:path>
              </a:pathLst>
            </a:custGeom>
            <a:grpFill/>
            <a:ln w="0">
              <a:noFill/>
              <a:prstDash val="solid"/>
              <a:round/>
            </a:ln>
          </p:spPr>
          <p:txBody>
            <a:bodyPr vert="horz" wrap="square" lIns="91416" tIns="45708" rIns="91416" bIns="45708" numCol="1" anchor="t" anchorCtr="0" compatLnSpc="1"/>
            <a:lstStyle/>
            <a:p>
              <a:endParaRPr lang="en-US" sz="2400"/>
            </a:p>
          </p:txBody>
        </p:sp>
        <p:sp>
          <p:nvSpPr>
            <p:cNvPr id="8" name="Freeform 14"/>
            <p:cNvSpPr>
              <a:spLocks noEditPoints="1"/>
            </p:cNvSpPr>
            <p:nvPr/>
          </p:nvSpPr>
          <p:spPr bwMode="auto">
            <a:xfrm>
              <a:off x="4413250" y="638175"/>
              <a:ext cx="2041525" cy="4505325"/>
            </a:xfrm>
            <a:custGeom>
              <a:avLst/>
              <a:gdLst/>
              <a:ahLst/>
              <a:cxnLst>
                <a:cxn ang="0">
                  <a:pos x="622" y="852"/>
                </a:cxn>
                <a:cxn ang="0">
                  <a:pos x="758" y="867"/>
                </a:cxn>
                <a:cxn ang="0">
                  <a:pos x="702" y="726"/>
                </a:cxn>
                <a:cxn ang="0">
                  <a:pos x="579" y="68"/>
                </a:cxn>
                <a:cxn ang="0">
                  <a:pos x="674" y="274"/>
                </a:cxn>
                <a:cxn ang="0">
                  <a:pos x="706" y="375"/>
                </a:cxn>
                <a:cxn ang="0">
                  <a:pos x="753" y="100"/>
                </a:cxn>
                <a:cxn ang="0">
                  <a:pos x="789" y="54"/>
                </a:cxn>
                <a:cxn ang="0">
                  <a:pos x="892" y="102"/>
                </a:cxn>
                <a:cxn ang="0">
                  <a:pos x="1052" y="155"/>
                </a:cxn>
                <a:cxn ang="0">
                  <a:pos x="1066" y="241"/>
                </a:cxn>
                <a:cxn ang="0">
                  <a:pos x="1085" y="302"/>
                </a:cxn>
                <a:cxn ang="0">
                  <a:pos x="1125" y="396"/>
                </a:cxn>
                <a:cxn ang="0">
                  <a:pos x="1117" y="552"/>
                </a:cxn>
                <a:cxn ang="0">
                  <a:pos x="1005" y="615"/>
                </a:cxn>
                <a:cxn ang="0">
                  <a:pos x="1018" y="744"/>
                </a:cxn>
                <a:cxn ang="0">
                  <a:pos x="1070" y="911"/>
                </a:cxn>
                <a:cxn ang="0">
                  <a:pos x="1096" y="1052"/>
                </a:cxn>
                <a:cxn ang="0">
                  <a:pos x="1125" y="1267"/>
                </a:cxn>
                <a:cxn ang="0">
                  <a:pos x="1037" y="1409"/>
                </a:cxn>
                <a:cxn ang="0">
                  <a:pos x="1058" y="1682"/>
                </a:cxn>
                <a:cxn ang="0">
                  <a:pos x="1117" y="2030"/>
                </a:cxn>
                <a:cxn ang="0">
                  <a:pos x="1172" y="2349"/>
                </a:cxn>
                <a:cxn ang="0">
                  <a:pos x="1232" y="2504"/>
                </a:cxn>
                <a:cxn ang="0">
                  <a:pos x="1268" y="2725"/>
                </a:cxn>
                <a:cxn ang="0">
                  <a:pos x="1212" y="2823"/>
                </a:cxn>
                <a:cxn ang="0">
                  <a:pos x="1114" y="2791"/>
                </a:cxn>
                <a:cxn ang="0">
                  <a:pos x="1082" y="2737"/>
                </a:cxn>
                <a:cxn ang="0">
                  <a:pos x="1036" y="2670"/>
                </a:cxn>
                <a:cxn ang="0">
                  <a:pos x="978" y="2549"/>
                </a:cxn>
                <a:cxn ang="0">
                  <a:pos x="907" y="2409"/>
                </a:cxn>
                <a:cxn ang="0">
                  <a:pos x="868" y="2107"/>
                </a:cxn>
                <a:cxn ang="0">
                  <a:pos x="802" y="1791"/>
                </a:cxn>
                <a:cxn ang="0">
                  <a:pos x="698" y="1527"/>
                </a:cxn>
                <a:cxn ang="0">
                  <a:pos x="640" y="1384"/>
                </a:cxn>
                <a:cxn ang="0">
                  <a:pos x="572" y="1619"/>
                </a:cxn>
                <a:cxn ang="0">
                  <a:pos x="479" y="1911"/>
                </a:cxn>
                <a:cxn ang="0">
                  <a:pos x="418" y="2175"/>
                </a:cxn>
                <a:cxn ang="0">
                  <a:pos x="353" y="2438"/>
                </a:cxn>
                <a:cxn ang="0">
                  <a:pos x="287" y="2639"/>
                </a:cxn>
                <a:cxn ang="0">
                  <a:pos x="248" y="2739"/>
                </a:cxn>
                <a:cxn ang="0">
                  <a:pos x="193" y="2793"/>
                </a:cxn>
                <a:cxn ang="0">
                  <a:pos x="29" y="2837"/>
                </a:cxn>
                <a:cxn ang="0">
                  <a:pos x="11" y="2786"/>
                </a:cxn>
                <a:cxn ang="0">
                  <a:pos x="89" y="2646"/>
                </a:cxn>
                <a:cxn ang="0">
                  <a:pos x="106" y="2528"/>
                </a:cxn>
                <a:cxn ang="0">
                  <a:pos x="117" y="2294"/>
                </a:cxn>
                <a:cxn ang="0">
                  <a:pos x="211" y="1940"/>
                </a:cxn>
                <a:cxn ang="0">
                  <a:pos x="232" y="1759"/>
                </a:cxn>
                <a:cxn ang="0">
                  <a:pos x="239" y="1522"/>
                </a:cxn>
                <a:cxn ang="0">
                  <a:pos x="257" y="1295"/>
                </a:cxn>
                <a:cxn ang="0">
                  <a:pos x="140" y="1194"/>
                </a:cxn>
                <a:cxn ang="0">
                  <a:pos x="197" y="1013"/>
                </a:cxn>
                <a:cxn ang="0">
                  <a:pos x="247" y="866"/>
                </a:cxn>
                <a:cxn ang="0">
                  <a:pos x="285" y="759"/>
                </a:cxn>
                <a:cxn ang="0">
                  <a:pos x="320" y="635"/>
                </a:cxn>
                <a:cxn ang="0">
                  <a:pos x="233" y="535"/>
                </a:cxn>
                <a:cxn ang="0">
                  <a:pos x="225" y="417"/>
                </a:cxn>
                <a:cxn ang="0">
                  <a:pos x="242" y="309"/>
                </a:cxn>
                <a:cxn ang="0">
                  <a:pos x="255" y="180"/>
                </a:cxn>
                <a:cxn ang="0">
                  <a:pos x="400" y="80"/>
                </a:cxn>
                <a:cxn ang="0">
                  <a:pos x="533" y="38"/>
                </a:cxn>
              </a:cxnLst>
              <a:rect l="0" t="0" r="r" b="b"/>
              <a:pathLst>
                <a:path w="1286" h="2838">
                  <a:moveTo>
                    <a:pt x="693" y="726"/>
                  </a:moveTo>
                  <a:lnTo>
                    <a:pt x="677" y="728"/>
                  </a:lnTo>
                  <a:lnTo>
                    <a:pt x="672" y="732"/>
                  </a:lnTo>
                  <a:lnTo>
                    <a:pt x="666" y="742"/>
                  </a:lnTo>
                  <a:lnTo>
                    <a:pt x="659" y="756"/>
                  </a:lnTo>
                  <a:lnTo>
                    <a:pt x="651" y="774"/>
                  </a:lnTo>
                  <a:lnTo>
                    <a:pt x="644" y="792"/>
                  </a:lnTo>
                  <a:lnTo>
                    <a:pt x="636" y="813"/>
                  </a:lnTo>
                  <a:lnTo>
                    <a:pt x="629" y="833"/>
                  </a:lnTo>
                  <a:lnTo>
                    <a:pt x="622" y="852"/>
                  </a:lnTo>
                  <a:lnTo>
                    <a:pt x="618" y="868"/>
                  </a:lnTo>
                  <a:lnTo>
                    <a:pt x="614" y="881"/>
                  </a:lnTo>
                  <a:lnTo>
                    <a:pt x="608" y="899"/>
                  </a:lnTo>
                  <a:lnTo>
                    <a:pt x="600" y="923"/>
                  </a:lnTo>
                  <a:lnTo>
                    <a:pt x="591" y="948"/>
                  </a:lnTo>
                  <a:lnTo>
                    <a:pt x="780" y="948"/>
                  </a:lnTo>
                  <a:lnTo>
                    <a:pt x="773" y="923"/>
                  </a:lnTo>
                  <a:lnTo>
                    <a:pt x="766" y="901"/>
                  </a:lnTo>
                  <a:lnTo>
                    <a:pt x="761" y="881"/>
                  </a:lnTo>
                  <a:lnTo>
                    <a:pt x="758" y="867"/>
                  </a:lnTo>
                  <a:lnTo>
                    <a:pt x="754" y="854"/>
                  </a:lnTo>
                  <a:lnTo>
                    <a:pt x="750" y="838"/>
                  </a:lnTo>
                  <a:lnTo>
                    <a:pt x="745" y="820"/>
                  </a:lnTo>
                  <a:lnTo>
                    <a:pt x="738" y="802"/>
                  </a:lnTo>
                  <a:lnTo>
                    <a:pt x="732" y="783"/>
                  </a:lnTo>
                  <a:lnTo>
                    <a:pt x="727" y="766"/>
                  </a:lnTo>
                  <a:lnTo>
                    <a:pt x="721" y="752"/>
                  </a:lnTo>
                  <a:lnTo>
                    <a:pt x="714" y="734"/>
                  </a:lnTo>
                  <a:lnTo>
                    <a:pt x="709" y="730"/>
                  </a:lnTo>
                  <a:lnTo>
                    <a:pt x="702" y="726"/>
                  </a:lnTo>
                  <a:lnTo>
                    <a:pt x="693" y="726"/>
                  </a:lnTo>
                  <a:close/>
                  <a:moveTo>
                    <a:pt x="552" y="0"/>
                  </a:moveTo>
                  <a:lnTo>
                    <a:pt x="555" y="2"/>
                  </a:lnTo>
                  <a:lnTo>
                    <a:pt x="556" y="9"/>
                  </a:lnTo>
                  <a:lnTo>
                    <a:pt x="556" y="19"/>
                  </a:lnTo>
                  <a:lnTo>
                    <a:pt x="557" y="31"/>
                  </a:lnTo>
                  <a:lnTo>
                    <a:pt x="561" y="40"/>
                  </a:lnTo>
                  <a:lnTo>
                    <a:pt x="564" y="46"/>
                  </a:lnTo>
                  <a:lnTo>
                    <a:pt x="571" y="56"/>
                  </a:lnTo>
                  <a:lnTo>
                    <a:pt x="579" y="68"/>
                  </a:lnTo>
                  <a:lnTo>
                    <a:pt x="589" y="81"/>
                  </a:lnTo>
                  <a:lnTo>
                    <a:pt x="599" y="96"/>
                  </a:lnTo>
                  <a:lnTo>
                    <a:pt x="608" y="111"/>
                  </a:lnTo>
                  <a:lnTo>
                    <a:pt x="619" y="131"/>
                  </a:lnTo>
                  <a:lnTo>
                    <a:pt x="632" y="156"/>
                  </a:lnTo>
                  <a:lnTo>
                    <a:pt x="643" y="183"/>
                  </a:lnTo>
                  <a:lnTo>
                    <a:pt x="654" y="210"/>
                  </a:lnTo>
                  <a:lnTo>
                    <a:pt x="663" y="234"/>
                  </a:lnTo>
                  <a:lnTo>
                    <a:pt x="669" y="253"/>
                  </a:lnTo>
                  <a:lnTo>
                    <a:pt x="674" y="274"/>
                  </a:lnTo>
                  <a:lnTo>
                    <a:pt x="684" y="316"/>
                  </a:lnTo>
                  <a:lnTo>
                    <a:pt x="688" y="335"/>
                  </a:lnTo>
                  <a:lnTo>
                    <a:pt x="692" y="351"/>
                  </a:lnTo>
                  <a:lnTo>
                    <a:pt x="693" y="362"/>
                  </a:lnTo>
                  <a:lnTo>
                    <a:pt x="693" y="368"/>
                  </a:lnTo>
                  <a:lnTo>
                    <a:pt x="694" y="373"/>
                  </a:lnTo>
                  <a:lnTo>
                    <a:pt x="696" y="377"/>
                  </a:lnTo>
                  <a:lnTo>
                    <a:pt x="698" y="378"/>
                  </a:lnTo>
                  <a:lnTo>
                    <a:pt x="705" y="378"/>
                  </a:lnTo>
                  <a:lnTo>
                    <a:pt x="706" y="375"/>
                  </a:lnTo>
                  <a:lnTo>
                    <a:pt x="706" y="346"/>
                  </a:lnTo>
                  <a:lnTo>
                    <a:pt x="708" y="327"/>
                  </a:lnTo>
                  <a:lnTo>
                    <a:pt x="710" y="305"/>
                  </a:lnTo>
                  <a:lnTo>
                    <a:pt x="721" y="232"/>
                  </a:lnTo>
                  <a:lnTo>
                    <a:pt x="725" y="213"/>
                  </a:lnTo>
                  <a:lnTo>
                    <a:pt x="730" y="191"/>
                  </a:lnTo>
                  <a:lnTo>
                    <a:pt x="736" y="168"/>
                  </a:lnTo>
                  <a:lnTo>
                    <a:pt x="742" y="143"/>
                  </a:lnTo>
                  <a:lnTo>
                    <a:pt x="747" y="121"/>
                  </a:lnTo>
                  <a:lnTo>
                    <a:pt x="753" y="100"/>
                  </a:lnTo>
                  <a:lnTo>
                    <a:pt x="758" y="84"/>
                  </a:lnTo>
                  <a:lnTo>
                    <a:pt x="763" y="73"/>
                  </a:lnTo>
                  <a:lnTo>
                    <a:pt x="767" y="55"/>
                  </a:lnTo>
                  <a:lnTo>
                    <a:pt x="768" y="39"/>
                  </a:lnTo>
                  <a:lnTo>
                    <a:pt x="767" y="26"/>
                  </a:lnTo>
                  <a:lnTo>
                    <a:pt x="766" y="17"/>
                  </a:lnTo>
                  <a:lnTo>
                    <a:pt x="767" y="16"/>
                  </a:lnTo>
                  <a:lnTo>
                    <a:pt x="769" y="19"/>
                  </a:lnTo>
                  <a:lnTo>
                    <a:pt x="778" y="35"/>
                  </a:lnTo>
                  <a:lnTo>
                    <a:pt x="789" y="54"/>
                  </a:lnTo>
                  <a:lnTo>
                    <a:pt x="794" y="61"/>
                  </a:lnTo>
                  <a:lnTo>
                    <a:pt x="801" y="69"/>
                  </a:lnTo>
                  <a:lnTo>
                    <a:pt x="810" y="76"/>
                  </a:lnTo>
                  <a:lnTo>
                    <a:pt x="818" y="83"/>
                  </a:lnTo>
                  <a:lnTo>
                    <a:pt x="825" y="88"/>
                  </a:lnTo>
                  <a:lnTo>
                    <a:pt x="827" y="89"/>
                  </a:lnTo>
                  <a:lnTo>
                    <a:pt x="837" y="92"/>
                  </a:lnTo>
                  <a:lnTo>
                    <a:pt x="851" y="96"/>
                  </a:lnTo>
                  <a:lnTo>
                    <a:pt x="870" y="99"/>
                  </a:lnTo>
                  <a:lnTo>
                    <a:pt x="892" y="102"/>
                  </a:lnTo>
                  <a:lnTo>
                    <a:pt x="916" y="104"/>
                  </a:lnTo>
                  <a:lnTo>
                    <a:pt x="940" y="106"/>
                  </a:lnTo>
                  <a:lnTo>
                    <a:pt x="963" y="109"/>
                  </a:lnTo>
                  <a:lnTo>
                    <a:pt x="983" y="110"/>
                  </a:lnTo>
                  <a:lnTo>
                    <a:pt x="1000" y="112"/>
                  </a:lnTo>
                  <a:lnTo>
                    <a:pt x="1018" y="117"/>
                  </a:lnTo>
                  <a:lnTo>
                    <a:pt x="1030" y="124"/>
                  </a:lnTo>
                  <a:lnTo>
                    <a:pt x="1040" y="133"/>
                  </a:lnTo>
                  <a:lnTo>
                    <a:pt x="1047" y="143"/>
                  </a:lnTo>
                  <a:lnTo>
                    <a:pt x="1052" y="155"/>
                  </a:lnTo>
                  <a:lnTo>
                    <a:pt x="1055" y="166"/>
                  </a:lnTo>
                  <a:lnTo>
                    <a:pt x="1057" y="175"/>
                  </a:lnTo>
                  <a:lnTo>
                    <a:pt x="1058" y="187"/>
                  </a:lnTo>
                  <a:lnTo>
                    <a:pt x="1056" y="199"/>
                  </a:lnTo>
                  <a:lnTo>
                    <a:pt x="1053" y="211"/>
                  </a:lnTo>
                  <a:lnTo>
                    <a:pt x="1050" y="220"/>
                  </a:lnTo>
                  <a:lnTo>
                    <a:pt x="1048" y="226"/>
                  </a:lnTo>
                  <a:lnTo>
                    <a:pt x="1050" y="231"/>
                  </a:lnTo>
                  <a:lnTo>
                    <a:pt x="1062" y="238"/>
                  </a:lnTo>
                  <a:lnTo>
                    <a:pt x="1066" y="241"/>
                  </a:lnTo>
                  <a:lnTo>
                    <a:pt x="1066" y="246"/>
                  </a:lnTo>
                  <a:lnTo>
                    <a:pt x="1062" y="260"/>
                  </a:lnTo>
                  <a:lnTo>
                    <a:pt x="1060" y="266"/>
                  </a:lnTo>
                  <a:lnTo>
                    <a:pt x="1062" y="269"/>
                  </a:lnTo>
                  <a:lnTo>
                    <a:pt x="1066" y="274"/>
                  </a:lnTo>
                  <a:lnTo>
                    <a:pt x="1069" y="278"/>
                  </a:lnTo>
                  <a:lnTo>
                    <a:pt x="1069" y="281"/>
                  </a:lnTo>
                  <a:lnTo>
                    <a:pt x="1070" y="285"/>
                  </a:lnTo>
                  <a:lnTo>
                    <a:pt x="1073" y="290"/>
                  </a:lnTo>
                  <a:lnTo>
                    <a:pt x="1085" y="302"/>
                  </a:lnTo>
                  <a:lnTo>
                    <a:pt x="1089" y="310"/>
                  </a:lnTo>
                  <a:lnTo>
                    <a:pt x="1095" y="324"/>
                  </a:lnTo>
                  <a:lnTo>
                    <a:pt x="1101" y="339"/>
                  </a:lnTo>
                  <a:lnTo>
                    <a:pt x="1108" y="353"/>
                  </a:lnTo>
                  <a:lnTo>
                    <a:pt x="1114" y="363"/>
                  </a:lnTo>
                  <a:lnTo>
                    <a:pt x="1117" y="371"/>
                  </a:lnTo>
                  <a:lnTo>
                    <a:pt x="1118" y="380"/>
                  </a:lnTo>
                  <a:lnTo>
                    <a:pt x="1121" y="388"/>
                  </a:lnTo>
                  <a:lnTo>
                    <a:pt x="1123" y="392"/>
                  </a:lnTo>
                  <a:lnTo>
                    <a:pt x="1125" y="396"/>
                  </a:lnTo>
                  <a:lnTo>
                    <a:pt x="1128" y="402"/>
                  </a:lnTo>
                  <a:lnTo>
                    <a:pt x="1132" y="410"/>
                  </a:lnTo>
                  <a:lnTo>
                    <a:pt x="1136" y="421"/>
                  </a:lnTo>
                  <a:lnTo>
                    <a:pt x="1140" y="438"/>
                  </a:lnTo>
                  <a:lnTo>
                    <a:pt x="1146" y="459"/>
                  </a:lnTo>
                  <a:lnTo>
                    <a:pt x="1147" y="478"/>
                  </a:lnTo>
                  <a:lnTo>
                    <a:pt x="1144" y="497"/>
                  </a:lnTo>
                  <a:lnTo>
                    <a:pt x="1137" y="517"/>
                  </a:lnTo>
                  <a:lnTo>
                    <a:pt x="1128" y="535"/>
                  </a:lnTo>
                  <a:lnTo>
                    <a:pt x="1117" y="552"/>
                  </a:lnTo>
                  <a:lnTo>
                    <a:pt x="1106" y="567"/>
                  </a:lnTo>
                  <a:lnTo>
                    <a:pt x="1095" y="580"/>
                  </a:lnTo>
                  <a:lnTo>
                    <a:pt x="1086" y="590"/>
                  </a:lnTo>
                  <a:lnTo>
                    <a:pt x="1080" y="596"/>
                  </a:lnTo>
                  <a:lnTo>
                    <a:pt x="1072" y="601"/>
                  </a:lnTo>
                  <a:lnTo>
                    <a:pt x="1060" y="604"/>
                  </a:lnTo>
                  <a:lnTo>
                    <a:pt x="1047" y="606"/>
                  </a:lnTo>
                  <a:lnTo>
                    <a:pt x="1031" y="609"/>
                  </a:lnTo>
                  <a:lnTo>
                    <a:pt x="1018" y="612"/>
                  </a:lnTo>
                  <a:lnTo>
                    <a:pt x="1005" y="615"/>
                  </a:lnTo>
                  <a:lnTo>
                    <a:pt x="997" y="618"/>
                  </a:lnTo>
                  <a:lnTo>
                    <a:pt x="993" y="621"/>
                  </a:lnTo>
                  <a:lnTo>
                    <a:pt x="994" y="627"/>
                  </a:lnTo>
                  <a:lnTo>
                    <a:pt x="996" y="639"/>
                  </a:lnTo>
                  <a:lnTo>
                    <a:pt x="999" y="654"/>
                  </a:lnTo>
                  <a:lnTo>
                    <a:pt x="1002" y="672"/>
                  </a:lnTo>
                  <a:lnTo>
                    <a:pt x="1006" y="690"/>
                  </a:lnTo>
                  <a:lnTo>
                    <a:pt x="1011" y="709"/>
                  </a:lnTo>
                  <a:lnTo>
                    <a:pt x="1014" y="727"/>
                  </a:lnTo>
                  <a:lnTo>
                    <a:pt x="1018" y="744"/>
                  </a:lnTo>
                  <a:lnTo>
                    <a:pt x="1021" y="756"/>
                  </a:lnTo>
                  <a:lnTo>
                    <a:pt x="1022" y="766"/>
                  </a:lnTo>
                  <a:lnTo>
                    <a:pt x="1026" y="779"/>
                  </a:lnTo>
                  <a:lnTo>
                    <a:pt x="1030" y="795"/>
                  </a:lnTo>
                  <a:lnTo>
                    <a:pt x="1036" y="813"/>
                  </a:lnTo>
                  <a:lnTo>
                    <a:pt x="1043" y="832"/>
                  </a:lnTo>
                  <a:lnTo>
                    <a:pt x="1050" y="852"/>
                  </a:lnTo>
                  <a:lnTo>
                    <a:pt x="1069" y="898"/>
                  </a:lnTo>
                  <a:lnTo>
                    <a:pt x="1070" y="906"/>
                  </a:lnTo>
                  <a:lnTo>
                    <a:pt x="1070" y="911"/>
                  </a:lnTo>
                  <a:lnTo>
                    <a:pt x="1067" y="912"/>
                  </a:lnTo>
                  <a:lnTo>
                    <a:pt x="1066" y="912"/>
                  </a:lnTo>
                  <a:lnTo>
                    <a:pt x="1065" y="913"/>
                  </a:lnTo>
                  <a:lnTo>
                    <a:pt x="1065" y="920"/>
                  </a:lnTo>
                  <a:lnTo>
                    <a:pt x="1070" y="934"/>
                  </a:lnTo>
                  <a:lnTo>
                    <a:pt x="1073" y="951"/>
                  </a:lnTo>
                  <a:lnTo>
                    <a:pt x="1079" y="972"/>
                  </a:lnTo>
                  <a:lnTo>
                    <a:pt x="1084" y="996"/>
                  </a:lnTo>
                  <a:lnTo>
                    <a:pt x="1089" y="1023"/>
                  </a:lnTo>
                  <a:lnTo>
                    <a:pt x="1096" y="1052"/>
                  </a:lnTo>
                  <a:lnTo>
                    <a:pt x="1108" y="1112"/>
                  </a:lnTo>
                  <a:lnTo>
                    <a:pt x="1115" y="1143"/>
                  </a:lnTo>
                  <a:lnTo>
                    <a:pt x="1120" y="1170"/>
                  </a:lnTo>
                  <a:lnTo>
                    <a:pt x="1125" y="1196"/>
                  </a:lnTo>
                  <a:lnTo>
                    <a:pt x="1129" y="1218"/>
                  </a:lnTo>
                  <a:lnTo>
                    <a:pt x="1132" y="1236"/>
                  </a:lnTo>
                  <a:lnTo>
                    <a:pt x="1135" y="1248"/>
                  </a:lnTo>
                  <a:lnTo>
                    <a:pt x="1136" y="1255"/>
                  </a:lnTo>
                  <a:lnTo>
                    <a:pt x="1133" y="1260"/>
                  </a:lnTo>
                  <a:lnTo>
                    <a:pt x="1125" y="1267"/>
                  </a:lnTo>
                  <a:lnTo>
                    <a:pt x="1111" y="1273"/>
                  </a:lnTo>
                  <a:lnTo>
                    <a:pt x="1094" y="1281"/>
                  </a:lnTo>
                  <a:lnTo>
                    <a:pt x="1074" y="1288"/>
                  </a:lnTo>
                  <a:lnTo>
                    <a:pt x="1053" y="1295"/>
                  </a:lnTo>
                  <a:lnTo>
                    <a:pt x="1031" y="1302"/>
                  </a:lnTo>
                  <a:lnTo>
                    <a:pt x="1035" y="1316"/>
                  </a:lnTo>
                  <a:lnTo>
                    <a:pt x="1037" y="1326"/>
                  </a:lnTo>
                  <a:lnTo>
                    <a:pt x="1038" y="1350"/>
                  </a:lnTo>
                  <a:lnTo>
                    <a:pt x="1038" y="1377"/>
                  </a:lnTo>
                  <a:lnTo>
                    <a:pt x="1037" y="1409"/>
                  </a:lnTo>
                  <a:lnTo>
                    <a:pt x="1037" y="1441"/>
                  </a:lnTo>
                  <a:lnTo>
                    <a:pt x="1036" y="1474"/>
                  </a:lnTo>
                  <a:lnTo>
                    <a:pt x="1035" y="1504"/>
                  </a:lnTo>
                  <a:lnTo>
                    <a:pt x="1035" y="1533"/>
                  </a:lnTo>
                  <a:lnTo>
                    <a:pt x="1036" y="1559"/>
                  </a:lnTo>
                  <a:lnTo>
                    <a:pt x="1038" y="1579"/>
                  </a:lnTo>
                  <a:lnTo>
                    <a:pt x="1042" y="1596"/>
                  </a:lnTo>
                  <a:lnTo>
                    <a:pt x="1047" y="1621"/>
                  </a:lnTo>
                  <a:lnTo>
                    <a:pt x="1051" y="1648"/>
                  </a:lnTo>
                  <a:lnTo>
                    <a:pt x="1058" y="1682"/>
                  </a:lnTo>
                  <a:lnTo>
                    <a:pt x="1065" y="1718"/>
                  </a:lnTo>
                  <a:lnTo>
                    <a:pt x="1072" y="1755"/>
                  </a:lnTo>
                  <a:lnTo>
                    <a:pt x="1078" y="1794"/>
                  </a:lnTo>
                  <a:lnTo>
                    <a:pt x="1085" y="1832"/>
                  </a:lnTo>
                  <a:lnTo>
                    <a:pt x="1092" y="1868"/>
                  </a:lnTo>
                  <a:lnTo>
                    <a:pt x="1096" y="1902"/>
                  </a:lnTo>
                  <a:lnTo>
                    <a:pt x="1101" y="1932"/>
                  </a:lnTo>
                  <a:lnTo>
                    <a:pt x="1106" y="1961"/>
                  </a:lnTo>
                  <a:lnTo>
                    <a:pt x="1110" y="1995"/>
                  </a:lnTo>
                  <a:lnTo>
                    <a:pt x="1117" y="2030"/>
                  </a:lnTo>
                  <a:lnTo>
                    <a:pt x="1131" y="2102"/>
                  </a:lnTo>
                  <a:lnTo>
                    <a:pt x="1138" y="2137"/>
                  </a:lnTo>
                  <a:lnTo>
                    <a:pt x="1145" y="2171"/>
                  </a:lnTo>
                  <a:lnTo>
                    <a:pt x="1151" y="2201"/>
                  </a:lnTo>
                  <a:lnTo>
                    <a:pt x="1157" y="2228"/>
                  </a:lnTo>
                  <a:lnTo>
                    <a:pt x="1161" y="2250"/>
                  </a:lnTo>
                  <a:lnTo>
                    <a:pt x="1165" y="2265"/>
                  </a:lnTo>
                  <a:lnTo>
                    <a:pt x="1168" y="2283"/>
                  </a:lnTo>
                  <a:lnTo>
                    <a:pt x="1169" y="2304"/>
                  </a:lnTo>
                  <a:lnTo>
                    <a:pt x="1172" y="2349"/>
                  </a:lnTo>
                  <a:lnTo>
                    <a:pt x="1174" y="2370"/>
                  </a:lnTo>
                  <a:lnTo>
                    <a:pt x="1176" y="2388"/>
                  </a:lnTo>
                  <a:lnTo>
                    <a:pt x="1180" y="2404"/>
                  </a:lnTo>
                  <a:lnTo>
                    <a:pt x="1186" y="2416"/>
                  </a:lnTo>
                  <a:lnTo>
                    <a:pt x="1201" y="2433"/>
                  </a:lnTo>
                  <a:lnTo>
                    <a:pt x="1215" y="2450"/>
                  </a:lnTo>
                  <a:lnTo>
                    <a:pt x="1225" y="2466"/>
                  </a:lnTo>
                  <a:lnTo>
                    <a:pt x="1232" y="2481"/>
                  </a:lnTo>
                  <a:lnTo>
                    <a:pt x="1233" y="2490"/>
                  </a:lnTo>
                  <a:lnTo>
                    <a:pt x="1232" y="2504"/>
                  </a:lnTo>
                  <a:lnTo>
                    <a:pt x="1231" y="2523"/>
                  </a:lnTo>
                  <a:lnTo>
                    <a:pt x="1227" y="2543"/>
                  </a:lnTo>
                  <a:lnTo>
                    <a:pt x="1224" y="2565"/>
                  </a:lnTo>
                  <a:lnTo>
                    <a:pt x="1220" y="2585"/>
                  </a:lnTo>
                  <a:lnTo>
                    <a:pt x="1217" y="2603"/>
                  </a:lnTo>
                  <a:lnTo>
                    <a:pt x="1211" y="2627"/>
                  </a:lnTo>
                  <a:lnTo>
                    <a:pt x="1222" y="2649"/>
                  </a:lnTo>
                  <a:lnTo>
                    <a:pt x="1233" y="2670"/>
                  </a:lnTo>
                  <a:lnTo>
                    <a:pt x="1256" y="2709"/>
                  </a:lnTo>
                  <a:lnTo>
                    <a:pt x="1268" y="2725"/>
                  </a:lnTo>
                  <a:lnTo>
                    <a:pt x="1277" y="2741"/>
                  </a:lnTo>
                  <a:lnTo>
                    <a:pt x="1283" y="2752"/>
                  </a:lnTo>
                  <a:lnTo>
                    <a:pt x="1286" y="2768"/>
                  </a:lnTo>
                  <a:lnTo>
                    <a:pt x="1284" y="2785"/>
                  </a:lnTo>
                  <a:lnTo>
                    <a:pt x="1278" y="2800"/>
                  </a:lnTo>
                  <a:lnTo>
                    <a:pt x="1268" y="2810"/>
                  </a:lnTo>
                  <a:lnTo>
                    <a:pt x="1257" y="2817"/>
                  </a:lnTo>
                  <a:lnTo>
                    <a:pt x="1246" y="2821"/>
                  </a:lnTo>
                  <a:lnTo>
                    <a:pt x="1230" y="2822"/>
                  </a:lnTo>
                  <a:lnTo>
                    <a:pt x="1212" y="2823"/>
                  </a:lnTo>
                  <a:lnTo>
                    <a:pt x="1194" y="2822"/>
                  </a:lnTo>
                  <a:lnTo>
                    <a:pt x="1179" y="2821"/>
                  </a:lnTo>
                  <a:lnTo>
                    <a:pt x="1168" y="2818"/>
                  </a:lnTo>
                  <a:lnTo>
                    <a:pt x="1166" y="2818"/>
                  </a:lnTo>
                  <a:lnTo>
                    <a:pt x="1160" y="2817"/>
                  </a:lnTo>
                  <a:lnTo>
                    <a:pt x="1151" y="2815"/>
                  </a:lnTo>
                  <a:lnTo>
                    <a:pt x="1140" y="2811"/>
                  </a:lnTo>
                  <a:lnTo>
                    <a:pt x="1129" y="2804"/>
                  </a:lnTo>
                  <a:lnTo>
                    <a:pt x="1122" y="2798"/>
                  </a:lnTo>
                  <a:lnTo>
                    <a:pt x="1114" y="2791"/>
                  </a:lnTo>
                  <a:lnTo>
                    <a:pt x="1108" y="2784"/>
                  </a:lnTo>
                  <a:lnTo>
                    <a:pt x="1104" y="2772"/>
                  </a:lnTo>
                  <a:lnTo>
                    <a:pt x="1100" y="2746"/>
                  </a:lnTo>
                  <a:lnTo>
                    <a:pt x="1098" y="2738"/>
                  </a:lnTo>
                  <a:lnTo>
                    <a:pt x="1095" y="2734"/>
                  </a:lnTo>
                  <a:lnTo>
                    <a:pt x="1094" y="2734"/>
                  </a:lnTo>
                  <a:lnTo>
                    <a:pt x="1092" y="2735"/>
                  </a:lnTo>
                  <a:lnTo>
                    <a:pt x="1089" y="2735"/>
                  </a:lnTo>
                  <a:lnTo>
                    <a:pt x="1085" y="2737"/>
                  </a:lnTo>
                  <a:lnTo>
                    <a:pt x="1082" y="2737"/>
                  </a:lnTo>
                  <a:lnTo>
                    <a:pt x="1078" y="2736"/>
                  </a:lnTo>
                  <a:lnTo>
                    <a:pt x="1071" y="2732"/>
                  </a:lnTo>
                  <a:lnTo>
                    <a:pt x="1063" y="2728"/>
                  </a:lnTo>
                  <a:lnTo>
                    <a:pt x="1053" y="2722"/>
                  </a:lnTo>
                  <a:lnTo>
                    <a:pt x="1047" y="2717"/>
                  </a:lnTo>
                  <a:lnTo>
                    <a:pt x="1042" y="2713"/>
                  </a:lnTo>
                  <a:lnTo>
                    <a:pt x="1040" y="2708"/>
                  </a:lnTo>
                  <a:lnTo>
                    <a:pt x="1038" y="2697"/>
                  </a:lnTo>
                  <a:lnTo>
                    <a:pt x="1037" y="2685"/>
                  </a:lnTo>
                  <a:lnTo>
                    <a:pt x="1036" y="2670"/>
                  </a:lnTo>
                  <a:lnTo>
                    <a:pt x="1036" y="2652"/>
                  </a:lnTo>
                  <a:lnTo>
                    <a:pt x="1035" y="2636"/>
                  </a:lnTo>
                  <a:lnTo>
                    <a:pt x="1035" y="2621"/>
                  </a:lnTo>
                  <a:lnTo>
                    <a:pt x="1030" y="2617"/>
                  </a:lnTo>
                  <a:lnTo>
                    <a:pt x="1024" y="2615"/>
                  </a:lnTo>
                  <a:lnTo>
                    <a:pt x="1019" y="2611"/>
                  </a:lnTo>
                  <a:lnTo>
                    <a:pt x="1006" y="2600"/>
                  </a:lnTo>
                  <a:lnTo>
                    <a:pt x="994" y="2585"/>
                  </a:lnTo>
                  <a:lnTo>
                    <a:pt x="985" y="2567"/>
                  </a:lnTo>
                  <a:lnTo>
                    <a:pt x="978" y="2549"/>
                  </a:lnTo>
                  <a:lnTo>
                    <a:pt x="972" y="2530"/>
                  </a:lnTo>
                  <a:lnTo>
                    <a:pt x="968" y="2514"/>
                  </a:lnTo>
                  <a:lnTo>
                    <a:pt x="965" y="2501"/>
                  </a:lnTo>
                  <a:lnTo>
                    <a:pt x="960" y="2487"/>
                  </a:lnTo>
                  <a:lnTo>
                    <a:pt x="949" y="2474"/>
                  </a:lnTo>
                  <a:lnTo>
                    <a:pt x="936" y="2464"/>
                  </a:lnTo>
                  <a:lnTo>
                    <a:pt x="925" y="2451"/>
                  </a:lnTo>
                  <a:lnTo>
                    <a:pt x="914" y="2437"/>
                  </a:lnTo>
                  <a:lnTo>
                    <a:pt x="911" y="2427"/>
                  </a:lnTo>
                  <a:lnTo>
                    <a:pt x="907" y="2409"/>
                  </a:lnTo>
                  <a:lnTo>
                    <a:pt x="904" y="2387"/>
                  </a:lnTo>
                  <a:lnTo>
                    <a:pt x="899" y="2359"/>
                  </a:lnTo>
                  <a:lnTo>
                    <a:pt x="896" y="2328"/>
                  </a:lnTo>
                  <a:lnTo>
                    <a:pt x="891" y="2294"/>
                  </a:lnTo>
                  <a:lnTo>
                    <a:pt x="888" y="2259"/>
                  </a:lnTo>
                  <a:lnTo>
                    <a:pt x="883" y="2224"/>
                  </a:lnTo>
                  <a:lnTo>
                    <a:pt x="880" y="2190"/>
                  </a:lnTo>
                  <a:lnTo>
                    <a:pt x="876" y="2159"/>
                  </a:lnTo>
                  <a:lnTo>
                    <a:pt x="871" y="2131"/>
                  </a:lnTo>
                  <a:lnTo>
                    <a:pt x="868" y="2107"/>
                  </a:lnTo>
                  <a:lnTo>
                    <a:pt x="863" y="2079"/>
                  </a:lnTo>
                  <a:lnTo>
                    <a:pt x="856" y="2046"/>
                  </a:lnTo>
                  <a:lnTo>
                    <a:pt x="849" y="2011"/>
                  </a:lnTo>
                  <a:lnTo>
                    <a:pt x="843" y="1975"/>
                  </a:lnTo>
                  <a:lnTo>
                    <a:pt x="836" y="1938"/>
                  </a:lnTo>
                  <a:lnTo>
                    <a:pt x="827" y="1902"/>
                  </a:lnTo>
                  <a:lnTo>
                    <a:pt x="820" y="1867"/>
                  </a:lnTo>
                  <a:lnTo>
                    <a:pt x="814" y="1837"/>
                  </a:lnTo>
                  <a:lnTo>
                    <a:pt x="807" y="1811"/>
                  </a:lnTo>
                  <a:lnTo>
                    <a:pt x="802" y="1791"/>
                  </a:lnTo>
                  <a:lnTo>
                    <a:pt x="795" y="1768"/>
                  </a:lnTo>
                  <a:lnTo>
                    <a:pt x="788" y="1743"/>
                  </a:lnTo>
                  <a:lnTo>
                    <a:pt x="760" y="1662"/>
                  </a:lnTo>
                  <a:lnTo>
                    <a:pt x="751" y="1639"/>
                  </a:lnTo>
                  <a:lnTo>
                    <a:pt x="742" y="1619"/>
                  </a:lnTo>
                  <a:lnTo>
                    <a:pt x="732" y="1605"/>
                  </a:lnTo>
                  <a:lnTo>
                    <a:pt x="725" y="1593"/>
                  </a:lnTo>
                  <a:lnTo>
                    <a:pt x="717" y="1575"/>
                  </a:lnTo>
                  <a:lnTo>
                    <a:pt x="708" y="1553"/>
                  </a:lnTo>
                  <a:lnTo>
                    <a:pt x="698" y="1527"/>
                  </a:lnTo>
                  <a:lnTo>
                    <a:pt x="688" y="1501"/>
                  </a:lnTo>
                  <a:lnTo>
                    <a:pt x="678" y="1474"/>
                  </a:lnTo>
                  <a:lnTo>
                    <a:pt x="669" y="1448"/>
                  </a:lnTo>
                  <a:lnTo>
                    <a:pt x="661" y="1424"/>
                  </a:lnTo>
                  <a:lnTo>
                    <a:pt x="655" y="1404"/>
                  </a:lnTo>
                  <a:lnTo>
                    <a:pt x="650" y="1389"/>
                  </a:lnTo>
                  <a:lnTo>
                    <a:pt x="647" y="1379"/>
                  </a:lnTo>
                  <a:lnTo>
                    <a:pt x="644" y="1375"/>
                  </a:lnTo>
                  <a:lnTo>
                    <a:pt x="642" y="1377"/>
                  </a:lnTo>
                  <a:lnTo>
                    <a:pt x="640" y="1384"/>
                  </a:lnTo>
                  <a:lnTo>
                    <a:pt x="638" y="1396"/>
                  </a:lnTo>
                  <a:lnTo>
                    <a:pt x="636" y="1411"/>
                  </a:lnTo>
                  <a:lnTo>
                    <a:pt x="633" y="1427"/>
                  </a:lnTo>
                  <a:lnTo>
                    <a:pt x="629" y="1446"/>
                  </a:lnTo>
                  <a:lnTo>
                    <a:pt x="625" y="1465"/>
                  </a:lnTo>
                  <a:lnTo>
                    <a:pt x="616" y="1488"/>
                  </a:lnTo>
                  <a:lnTo>
                    <a:pt x="607" y="1517"/>
                  </a:lnTo>
                  <a:lnTo>
                    <a:pt x="597" y="1550"/>
                  </a:lnTo>
                  <a:lnTo>
                    <a:pt x="585" y="1584"/>
                  </a:lnTo>
                  <a:lnTo>
                    <a:pt x="572" y="1619"/>
                  </a:lnTo>
                  <a:lnTo>
                    <a:pt x="561" y="1654"/>
                  </a:lnTo>
                  <a:lnTo>
                    <a:pt x="548" y="1686"/>
                  </a:lnTo>
                  <a:lnTo>
                    <a:pt x="538" y="1712"/>
                  </a:lnTo>
                  <a:lnTo>
                    <a:pt x="526" y="1743"/>
                  </a:lnTo>
                  <a:lnTo>
                    <a:pt x="516" y="1774"/>
                  </a:lnTo>
                  <a:lnTo>
                    <a:pt x="507" y="1807"/>
                  </a:lnTo>
                  <a:lnTo>
                    <a:pt x="499" y="1838"/>
                  </a:lnTo>
                  <a:lnTo>
                    <a:pt x="492" y="1867"/>
                  </a:lnTo>
                  <a:lnTo>
                    <a:pt x="485" y="1892"/>
                  </a:lnTo>
                  <a:lnTo>
                    <a:pt x="479" y="1911"/>
                  </a:lnTo>
                  <a:lnTo>
                    <a:pt x="474" y="1923"/>
                  </a:lnTo>
                  <a:lnTo>
                    <a:pt x="469" y="1942"/>
                  </a:lnTo>
                  <a:lnTo>
                    <a:pt x="463" y="1964"/>
                  </a:lnTo>
                  <a:lnTo>
                    <a:pt x="458" y="1990"/>
                  </a:lnTo>
                  <a:lnTo>
                    <a:pt x="451" y="2019"/>
                  </a:lnTo>
                  <a:lnTo>
                    <a:pt x="444" y="2051"/>
                  </a:lnTo>
                  <a:lnTo>
                    <a:pt x="437" y="2083"/>
                  </a:lnTo>
                  <a:lnTo>
                    <a:pt x="431" y="2116"/>
                  </a:lnTo>
                  <a:lnTo>
                    <a:pt x="424" y="2146"/>
                  </a:lnTo>
                  <a:lnTo>
                    <a:pt x="418" y="2175"/>
                  </a:lnTo>
                  <a:lnTo>
                    <a:pt x="414" y="2201"/>
                  </a:lnTo>
                  <a:lnTo>
                    <a:pt x="410" y="2222"/>
                  </a:lnTo>
                  <a:lnTo>
                    <a:pt x="407" y="2238"/>
                  </a:lnTo>
                  <a:lnTo>
                    <a:pt x="402" y="2265"/>
                  </a:lnTo>
                  <a:lnTo>
                    <a:pt x="390" y="2328"/>
                  </a:lnTo>
                  <a:lnTo>
                    <a:pt x="383" y="2358"/>
                  </a:lnTo>
                  <a:lnTo>
                    <a:pt x="377" y="2386"/>
                  </a:lnTo>
                  <a:lnTo>
                    <a:pt x="368" y="2408"/>
                  </a:lnTo>
                  <a:lnTo>
                    <a:pt x="361" y="2423"/>
                  </a:lnTo>
                  <a:lnTo>
                    <a:pt x="353" y="2438"/>
                  </a:lnTo>
                  <a:lnTo>
                    <a:pt x="349" y="2452"/>
                  </a:lnTo>
                  <a:lnTo>
                    <a:pt x="346" y="2467"/>
                  </a:lnTo>
                  <a:lnTo>
                    <a:pt x="346" y="2531"/>
                  </a:lnTo>
                  <a:lnTo>
                    <a:pt x="345" y="2557"/>
                  </a:lnTo>
                  <a:lnTo>
                    <a:pt x="341" y="2579"/>
                  </a:lnTo>
                  <a:lnTo>
                    <a:pt x="332" y="2599"/>
                  </a:lnTo>
                  <a:lnTo>
                    <a:pt x="326" y="2608"/>
                  </a:lnTo>
                  <a:lnTo>
                    <a:pt x="315" y="2617"/>
                  </a:lnTo>
                  <a:lnTo>
                    <a:pt x="302" y="2629"/>
                  </a:lnTo>
                  <a:lnTo>
                    <a:pt x="287" y="2639"/>
                  </a:lnTo>
                  <a:lnTo>
                    <a:pt x="286" y="2654"/>
                  </a:lnTo>
                  <a:lnTo>
                    <a:pt x="285" y="2671"/>
                  </a:lnTo>
                  <a:lnTo>
                    <a:pt x="284" y="2688"/>
                  </a:lnTo>
                  <a:lnTo>
                    <a:pt x="283" y="2702"/>
                  </a:lnTo>
                  <a:lnTo>
                    <a:pt x="283" y="2714"/>
                  </a:lnTo>
                  <a:lnTo>
                    <a:pt x="281" y="2720"/>
                  </a:lnTo>
                  <a:lnTo>
                    <a:pt x="278" y="2724"/>
                  </a:lnTo>
                  <a:lnTo>
                    <a:pt x="269" y="2730"/>
                  </a:lnTo>
                  <a:lnTo>
                    <a:pt x="258" y="2736"/>
                  </a:lnTo>
                  <a:lnTo>
                    <a:pt x="248" y="2739"/>
                  </a:lnTo>
                  <a:lnTo>
                    <a:pt x="234" y="2742"/>
                  </a:lnTo>
                  <a:lnTo>
                    <a:pt x="222" y="2743"/>
                  </a:lnTo>
                  <a:lnTo>
                    <a:pt x="214" y="2745"/>
                  </a:lnTo>
                  <a:lnTo>
                    <a:pt x="211" y="2748"/>
                  </a:lnTo>
                  <a:lnTo>
                    <a:pt x="210" y="2753"/>
                  </a:lnTo>
                  <a:lnTo>
                    <a:pt x="208" y="2760"/>
                  </a:lnTo>
                  <a:lnTo>
                    <a:pt x="208" y="2768"/>
                  </a:lnTo>
                  <a:lnTo>
                    <a:pt x="206" y="2778"/>
                  </a:lnTo>
                  <a:lnTo>
                    <a:pt x="203" y="2785"/>
                  </a:lnTo>
                  <a:lnTo>
                    <a:pt x="193" y="2793"/>
                  </a:lnTo>
                  <a:lnTo>
                    <a:pt x="183" y="2802"/>
                  </a:lnTo>
                  <a:lnTo>
                    <a:pt x="169" y="2810"/>
                  </a:lnTo>
                  <a:lnTo>
                    <a:pt x="154" y="2820"/>
                  </a:lnTo>
                  <a:lnTo>
                    <a:pt x="140" y="2827"/>
                  </a:lnTo>
                  <a:lnTo>
                    <a:pt x="127" y="2832"/>
                  </a:lnTo>
                  <a:lnTo>
                    <a:pt x="109" y="2837"/>
                  </a:lnTo>
                  <a:lnTo>
                    <a:pt x="88" y="2838"/>
                  </a:lnTo>
                  <a:lnTo>
                    <a:pt x="67" y="2838"/>
                  </a:lnTo>
                  <a:lnTo>
                    <a:pt x="47" y="2837"/>
                  </a:lnTo>
                  <a:lnTo>
                    <a:pt x="29" y="2837"/>
                  </a:lnTo>
                  <a:lnTo>
                    <a:pt x="23" y="2836"/>
                  </a:lnTo>
                  <a:lnTo>
                    <a:pt x="15" y="2835"/>
                  </a:lnTo>
                  <a:lnTo>
                    <a:pt x="6" y="2832"/>
                  </a:lnTo>
                  <a:lnTo>
                    <a:pt x="1" y="2829"/>
                  </a:lnTo>
                  <a:lnTo>
                    <a:pt x="0" y="2823"/>
                  </a:lnTo>
                  <a:lnTo>
                    <a:pt x="0" y="2815"/>
                  </a:lnTo>
                  <a:lnTo>
                    <a:pt x="2" y="2808"/>
                  </a:lnTo>
                  <a:lnTo>
                    <a:pt x="6" y="2800"/>
                  </a:lnTo>
                  <a:lnTo>
                    <a:pt x="8" y="2794"/>
                  </a:lnTo>
                  <a:lnTo>
                    <a:pt x="11" y="2786"/>
                  </a:lnTo>
                  <a:lnTo>
                    <a:pt x="16" y="2772"/>
                  </a:lnTo>
                  <a:lnTo>
                    <a:pt x="21" y="2757"/>
                  </a:lnTo>
                  <a:lnTo>
                    <a:pt x="28" y="2742"/>
                  </a:lnTo>
                  <a:lnTo>
                    <a:pt x="36" y="2729"/>
                  </a:lnTo>
                  <a:lnTo>
                    <a:pt x="42" y="2722"/>
                  </a:lnTo>
                  <a:lnTo>
                    <a:pt x="48" y="2710"/>
                  </a:lnTo>
                  <a:lnTo>
                    <a:pt x="58" y="2695"/>
                  </a:lnTo>
                  <a:lnTo>
                    <a:pt x="68" y="2680"/>
                  </a:lnTo>
                  <a:lnTo>
                    <a:pt x="79" y="2663"/>
                  </a:lnTo>
                  <a:lnTo>
                    <a:pt x="89" y="2646"/>
                  </a:lnTo>
                  <a:lnTo>
                    <a:pt x="98" y="2631"/>
                  </a:lnTo>
                  <a:lnTo>
                    <a:pt x="105" y="2620"/>
                  </a:lnTo>
                  <a:lnTo>
                    <a:pt x="102" y="2611"/>
                  </a:lnTo>
                  <a:lnTo>
                    <a:pt x="102" y="2601"/>
                  </a:lnTo>
                  <a:lnTo>
                    <a:pt x="104" y="2589"/>
                  </a:lnTo>
                  <a:lnTo>
                    <a:pt x="113" y="2564"/>
                  </a:lnTo>
                  <a:lnTo>
                    <a:pt x="117" y="2551"/>
                  </a:lnTo>
                  <a:lnTo>
                    <a:pt x="118" y="2542"/>
                  </a:lnTo>
                  <a:lnTo>
                    <a:pt x="115" y="2535"/>
                  </a:lnTo>
                  <a:lnTo>
                    <a:pt x="106" y="2528"/>
                  </a:lnTo>
                  <a:lnTo>
                    <a:pt x="95" y="2518"/>
                  </a:lnTo>
                  <a:lnTo>
                    <a:pt x="89" y="2509"/>
                  </a:lnTo>
                  <a:lnTo>
                    <a:pt x="86" y="2495"/>
                  </a:lnTo>
                  <a:lnTo>
                    <a:pt x="86" y="2477"/>
                  </a:lnTo>
                  <a:lnTo>
                    <a:pt x="88" y="2456"/>
                  </a:lnTo>
                  <a:lnTo>
                    <a:pt x="91" y="2431"/>
                  </a:lnTo>
                  <a:lnTo>
                    <a:pt x="96" y="2404"/>
                  </a:lnTo>
                  <a:lnTo>
                    <a:pt x="102" y="2378"/>
                  </a:lnTo>
                  <a:lnTo>
                    <a:pt x="106" y="2349"/>
                  </a:lnTo>
                  <a:lnTo>
                    <a:pt x="117" y="2294"/>
                  </a:lnTo>
                  <a:lnTo>
                    <a:pt x="130" y="2243"/>
                  </a:lnTo>
                  <a:lnTo>
                    <a:pt x="144" y="2193"/>
                  </a:lnTo>
                  <a:lnTo>
                    <a:pt x="157" y="2142"/>
                  </a:lnTo>
                  <a:lnTo>
                    <a:pt x="163" y="2118"/>
                  </a:lnTo>
                  <a:lnTo>
                    <a:pt x="170" y="2093"/>
                  </a:lnTo>
                  <a:lnTo>
                    <a:pt x="178" y="2066"/>
                  </a:lnTo>
                  <a:lnTo>
                    <a:pt x="185" y="2038"/>
                  </a:lnTo>
                  <a:lnTo>
                    <a:pt x="199" y="1985"/>
                  </a:lnTo>
                  <a:lnTo>
                    <a:pt x="205" y="1961"/>
                  </a:lnTo>
                  <a:lnTo>
                    <a:pt x="211" y="1940"/>
                  </a:lnTo>
                  <a:lnTo>
                    <a:pt x="215" y="1924"/>
                  </a:lnTo>
                  <a:lnTo>
                    <a:pt x="218" y="1912"/>
                  </a:lnTo>
                  <a:lnTo>
                    <a:pt x="220" y="1898"/>
                  </a:lnTo>
                  <a:lnTo>
                    <a:pt x="220" y="1883"/>
                  </a:lnTo>
                  <a:lnTo>
                    <a:pt x="218" y="1867"/>
                  </a:lnTo>
                  <a:lnTo>
                    <a:pt x="217" y="1850"/>
                  </a:lnTo>
                  <a:lnTo>
                    <a:pt x="219" y="1830"/>
                  </a:lnTo>
                  <a:lnTo>
                    <a:pt x="223" y="1809"/>
                  </a:lnTo>
                  <a:lnTo>
                    <a:pt x="229" y="1786"/>
                  </a:lnTo>
                  <a:lnTo>
                    <a:pt x="232" y="1759"/>
                  </a:lnTo>
                  <a:lnTo>
                    <a:pt x="232" y="1731"/>
                  </a:lnTo>
                  <a:lnTo>
                    <a:pt x="230" y="1703"/>
                  </a:lnTo>
                  <a:lnTo>
                    <a:pt x="228" y="1678"/>
                  </a:lnTo>
                  <a:lnTo>
                    <a:pt x="225" y="1654"/>
                  </a:lnTo>
                  <a:lnTo>
                    <a:pt x="223" y="1639"/>
                  </a:lnTo>
                  <a:lnTo>
                    <a:pt x="225" y="1619"/>
                  </a:lnTo>
                  <a:lnTo>
                    <a:pt x="226" y="1596"/>
                  </a:lnTo>
                  <a:lnTo>
                    <a:pt x="229" y="1572"/>
                  </a:lnTo>
                  <a:lnTo>
                    <a:pt x="234" y="1547"/>
                  </a:lnTo>
                  <a:lnTo>
                    <a:pt x="239" y="1522"/>
                  </a:lnTo>
                  <a:lnTo>
                    <a:pt x="242" y="1498"/>
                  </a:lnTo>
                  <a:lnTo>
                    <a:pt x="247" y="1479"/>
                  </a:lnTo>
                  <a:lnTo>
                    <a:pt x="249" y="1462"/>
                  </a:lnTo>
                  <a:lnTo>
                    <a:pt x="250" y="1451"/>
                  </a:lnTo>
                  <a:lnTo>
                    <a:pt x="250" y="1430"/>
                  </a:lnTo>
                  <a:lnTo>
                    <a:pt x="248" y="1405"/>
                  </a:lnTo>
                  <a:lnTo>
                    <a:pt x="247" y="1377"/>
                  </a:lnTo>
                  <a:lnTo>
                    <a:pt x="248" y="1347"/>
                  </a:lnTo>
                  <a:lnTo>
                    <a:pt x="252" y="1318"/>
                  </a:lnTo>
                  <a:lnTo>
                    <a:pt x="257" y="1295"/>
                  </a:lnTo>
                  <a:lnTo>
                    <a:pt x="259" y="1269"/>
                  </a:lnTo>
                  <a:lnTo>
                    <a:pt x="261" y="1240"/>
                  </a:lnTo>
                  <a:lnTo>
                    <a:pt x="235" y="1231"/>
                  </a:lnTo>
                  <a:lnTo>
                    <a:pt x="211" y="1223"/>
                  </a:lnTo>
                  <a:lnTo>
                    <a:pt x="190" y="1215"/>
                  </a:lnTo>
                  <a:lnTo>
                    <a:pt x="170" y="1208"/>
                  </a:lnTo>
                  <a:lnTo>
                    <a:pt x="156" y="1203"/>
                  </a:lnTo>
                  <a:lnTo>
                    <a:pt x="146" y="1198"/>
                  </a:lnTo>
                  <a:lnTo>
                    <a:pt x="141" y="1197"/>
                  </a:lnTo>
                  <a:lnTo>
                    <a:pt x="140" y="1194"/>
                  </a:lnTo>
                  <a:lnTo>
                    <a:pt x="141" y="1186"/>
                  </a:lnTo>
                  <a:lnTo>
                    <a:pt x="145" y="1174"/>
                  </a:lnTo>
                  <a:lnTo>
                    <a:pt x="150" y="1160"/>
                  </a:lnTo>
                  <a:lnTo>
                    <a:pt x="168" y="1111"/>
                  </a:lnTo>
                  <a:lnTo>
                    <a:pt x="172" y="1096"/>
                  </a:lnTo>
                  <a:lnTo>
                    <a:pt x="176" y="1083"/>
                  </a:lnTo>
                  <a:lnTo>
                    <a:pt x="178" y="1072"/>
                  </a:lnTo>
                  <a:lnTo>
                    <a:pt x="183" y="1055"/>
                  </a:lnTo>
                  <a:lnTo>
                    <a:pt x="190" y="1036"/>
                  </a:lnTo>
                  <a:lnTo>
                    <a:pt x="197" y="1013"/>
                  </a:lnTo>
                  <a:lnTo>
                    <a:pt x="205" y="989"/>
                  </a:lnTo>
                  <a:lnTo>
                    <a:pt x="213" y="966"/>
                  </a:lnTo>
                  <a:lnTo>
                    <a:pt x="221" y="944"/>
                  </a:lnTo>
                  <a:lnTo>
                    <a:pt x="228" y="923"/>
                  </a:lnTo>
                  <a:lnTo>
                    <a:pt x="235" y="905"/>
                  </a:lnTo>
                  <a:lnTo>
                    <a:pt x="240" y="892"/>
                  </a:lnTo>
                  <a:lnTo>
                    <a:pt x="243" y="884"/>
                  </a:lnTo>
                  <a:lnTo>
                    <a:pt x="246" y="875"/>
                  </a:lnTo>
                  <a:lnTo>
                    <a:pt x="247" y="869"/>
                  </a:lnTo>
                  <a:lnTo>
                    <a:pt x="247" y="866"/>
                  </a:lnTo>
                  <a:lnTo>
                    <a:pt x="244" y="865"/>
                  </a:lnTo>
                  <a:lnTo>
                    <a:pt x="243" y="863"/>
                  </a:lnTo>
                  <a:lnTo>
                    <a:pt x="243" y="860"/>
                  </a:lnTo>
                  <a:lnTo>
                    <a:pt x="249" y="842"/>
                  </a:lnTo>
                  <a:lnTo>
                    <a:pt x="254" y="830"/>
                  </a:lnTo>
                  <a:lnTo>
                    <a:pt x="259" y="816"/>
                  </a:lnTo>
                  <a:lnTo>
                    <a:pt x="266" y="803"/>
                  </a:lnTo>
                  <a:lnTo>
                    <a:pt x="271" y="791"/>
                  </a:lnTo>
                  <a:lnTo>
                    <a:pt x="278" y="776"/>
                  </a:lnTo>
                  <a:lnTo>
                    <a:pt x="285" y="759"/>
                  </a:lnTo>
                  <a:lnTo>
                    <a:pt x="301" y="719"/>
                  </a:lnTo>
                  <a:lnTo>
                    <a:pt x="308" y="699"/>
                  </a:lnTo>
                  <a:lnTo>
                    <a:pt x="315" y="682"/>
                  </a:lnTo>
                  <a:lnTo>
                    <a:pt x="321" y="668"/>
                  </a:lnTo>
                  <a:lnTo>
                    <a:pt x="324" y="659"/>
                  </a:lnTo>
                  <a:lnTo>
                    <a:pt x="328" y="648"/>
                  </a:lnTo>
                  <a:lnTo>
                    <a:pt x="328" y="641"/>
                  </a:lnTo>
                  <a:lnTo>
                    <a:pt x="326" y="638"/>
                  </a:lnTo>
                  <a:lnTo>
                    <a:pt x="323" y="637"/>
                  </a:lnTo>
                  <a:lnTo>
                    <a:pt x="320" y="635"/>
                  </a:lnTo>
                  <a:lnTo>
                    <a:pt x="314" y="634"/>
                  </a:lnTo>
                  <a:lnTo>
                    <a:pt x="305" y="632"/>
                  </a:lnTo>
                  <a:lnTo>
                    <a:pt x="297" y="627"/>
                  </a:lnTo>
                  <a:lnTo>
                    <a:pt x="284" y="619"/>
                  </a:lnTo>
                  <a:lnTo>
                    <a:pt x="270" y="615"/>
                  </a:lnTo>
                  <a:lnTo>
                    <a:pt x="265" y="610"/>
                  </a:lnTo>
                  <a:lnTo>
                    <a:pt x="258" y="599"/>
                  </a:lnTo>
                  <a:lnTo>
                    <a:pt x="241" y="558"/>
                  </a:lnTo>
                  <a:lnTo>
                    <a:pt x="236" y="547"/>
                  </a:lnTo>
                  <a:lnTo>
                    <a:pt x="233" y="535"/>
                  </a:lnTo>
                  <a:lnTo>
                    <a:pt x="232" y="521"/>
                  </a:lnTo>
                  <a:lnTo>
                    <a:pt x="230" y="505"/>
                  </a:lnTo>
                  <a:lnTo>
                    <a:pt x="229" y="490"/>
                  </a:lnTo>
                  <a:lnTo>
                    <a:pt x="228" y="477"/>
                  </a:lnTo>
                  <a:lnTo>
                    <a:pt x="227" y="470"/>
                  </a:lnTo>
                  <a:lnTo>
                    <a:pt x="226" y="462"/>
                  </a:lnTo>
                  <a:lnTo>
                    <a:pt x="223" y="451"/>
                  </a:lnTo>
                  <a:lnTo>
                    <a:pt x="222" y="437"/>
                  </a:lnTo>
                  <a:lnTo>
                    <a:pt x="222" y="425"/>
                  </a:lnTo>
                  <a:lnTo>
                    <a:pt x="225" y="417"/>
                  </a:lnTo>
                  <a:lnTo>
                    <a:pt x="227" y="411"/>
                  </a:lnTo>
                  <a:lnTo>
                    <a:pt x="228" y="401"/>
                  </a:lnTo>
                  <a:lnTo>
                    <a:pt x="229" y="388"/>
                  </a:lnTo>
                  <a:lnTo>
                    <a:pt x="229" y="374"/>
                  </a:lnTo>
                  <a:lnTo>
                    <a:pt x="228" y="362"/>
                  </a:lnTo>
                  <a:lnTo>
                    <a:pt x="223" y="344"/>
                  </a:lnTo>
                  <a:lnTo>
                    <a:pt x="226" y="333"/>
                  </a:lnTo>
                  <a:lnTo>
                    <a:pt x="230" y="323"/>
                  </a:lnTo>
                  <a:lnTo>
                    <a:pt x="236" y="313"/>
                  </a:lnTo>
                  <a:lnTo>
                    <a:pt x="242" y="309"/>
                  </a:lnTo>
                  <a:lnTo>
                    <a:pt x="247" y="303"/>
                  </a:lnTo>
                  <a:lnTo>
                    <a:pt x="249" y="295"/>
                  </a:lnTo>
                  <a:lnTo>
                    <a:pt x="249" y="281"/>
                  </a:lnTo>
                  <a:lnTo>
                    <a:pt x="251" y="260"/>
                  </a:lnTo>
                  <a:lnTo>
                    <a:pt x="254" y="249"/>
                  </a:lnTo>
                  <a:lnTo>
                    <a:pt x="256" y="244"/>
                  </a:lnTo>
                  <a:lnTo>
                    <a:pt x="257" y="238"/>
                  </a:lnTo>
                  <a:lnTo>
                    <a:pt x="256" y="226"/>
                  </a:lnTo>
                  <a:lnTo>
                    <a:pt x="255" y="212"/>
                  </a:lnTo>
                  <a:lnTo>
                    <a:pt x="255" y="180"/>
                  </a:lnTo>
                  <a:lnTo>
                    <a:pt x="257" y="159"/>
                  </a:lnTo>
                  <a:lnTo>
                    <a:pt x="264" y="137"/>
                  </a:lnTo>
                  <a:lnTo>
                    <a:pt x="273" y="118"/>
                  </a:lnTo>
                  <a:lnTo>
                    <a:pt x="284" y="104"/>
                  </a:lnTo>
                  <a:lnTo>
                    <a:pt x="294" y="97"/>
                  </a:lnTo>
                  <a:lnTo>
                    <a:pt x="309" y="91"/>
                  </a:lnTo>
                  <a:lnTo>
                    <a:pt x="329" y="86"/>
                  </a:lnTo>
                  <a:lnTo>
                    <a:pt x="349" y="84"/>
                  </a:lnTo>
                  <a:lnTo>
                    <a:pt x="367" y="82"/>
                  </a:lnTo>
                  <a:lnTo>
                    <a:pt x="400" y="80"/>
                  </a:lnTo>
                  <a:lnTo>
                    <a:pt x="419" y="77"/>
                  </a:lnTo>
                  <a:lnTo>
                    <a:pt x="440" y="75"/>
                  </a:lnTo>
                  <a:lnTo>
                    <a:pt x="460" y="73"/>
                  </a:lnTo>
                  <a:lnTo>
                    <a:pt x="479" y="71"/>
                  </a:lnTo>
                  <a:lnTo>
                    <a:pt x="492" y="70"/>
                  </a:lnTo>
                  <a:lnTo>
                    <a:pt x="504" y="68"/>
                  </a:lnTo>
                  <a:lnTo>
                    <a:pt x="513" y="61"/>
                  </a:lnTo>
                  <a:lnTo>
                    <a:pt x="523" y="53"/>
                  </a:lnTo>
                  <a:lnTo>
                    <a:pt x="528" y="45"/>
                  </a:lnTo>
                  <a:lnTo>
                    <a:pt x="533" y="38"/>
                  </a:lnTo>
                  <a:lnTo>
                    <a:pt x="534" y="35"/>
                  </a:lnTo>
                  <a:lnTo>
                    <a:pt x="538" y="30"/>
                  </a:lnTo>
                  <a:lnTo>
                    <a:pt x="542" y="20"/>
                  </a:lnTo>
                  <a:lnTo>
                    <a:pt x="546" y="12"/>
                  </a:lnTo>
                  <a:lnTo>
                    <a:pt x="552" y="0"/>
                  </a:lnTo>
                  <a:close/>
                </a:path>
              </a:pathLst>
            </a:custGeom>
            <a:grpFill/>
            <a:ln w="0">
              <a:noFill/>
              <a:prstDash val="solid"/>
              <a:round/>
            </a:ln>
          </p:spPr>
          <p:txBody>
            <a:bodyPr vert="horz" wrap="square" lIns="91416" tIns="45708" rIns="91416" bIns="45708" numCol="1" anchor="t" anchorCtr="0" compatLnSpc="1"/>
            <a:lstStyle/>
            <a:p>
              <a:endParaRPr lang="en-US" sz="2400"/>
            </a:p>
          </p:txBody>
        </p:sp>
      </p:grpSp>
      <p:grpSp>
        <p:nvGrpSpPr>
          <p:cNvPr id="9" name="Group 8"/>
          <p:cNvGrpSpPr/>
          <p:nvPr/>
        </p:nvGrpSpPr>
        <p:grpSpPr>
          <a:xfrm>
            <a:off x="5397836" y="3349961"/>
            <a:ext cx="5714999" cy="1259474"/>
            <a:chOff x="3427412" y="4495800"/>
            <a:chExt cx="5715000" cy="1259474"/>
          </a:xfrm>
        </p:grpSpPr>
        <p:sp>
          <p:nvSpPr>
            <p:cNvPr id="10" name="TextBox 9"/>
            <p:cNvSpPr txBox="1"/>
            <p:nvPr/>
          </p:nvSpPr>
          <p:spPr>
            <a:xfrm>
              <a:off x="4472637" y="4672065"/>
              <a:ext cx="3624580" cy="829945"/>
            </a:xfrm>
            <a:prstGeom prst="rect">
              <a:avLst/>
            </a:prstGeom>
            <a:noFill/>
          </p:spPr>
          <p:txBody>
            <a:bodyPr wrap="none" rtlCol="0" anchor="ctr">
              <a:spAutoFit/>
            </a:bodyPr>
            <a:lstStyle/>
            <a:p>
              <a:pPr algn="ctr"/>
              <a:r>
                <a:rPr lang="en-US" sz="4800" b="1" dirty="0">
                  <a:solidFill>
                    <a:prstClr val="white"/>
                  </a:solidFill>
                  <a:latin typeface="Segoe UI Light" panose="020B0502040204020203" pitchFamily="34" charset="0"/>
                </a:rPr>
                <a:t>Methodology</a:t>
              </a:r>
              <a:endParaRPr lang="en-US" sz="4800" b="1" dirty="0">
                <a:solidFill>
                  <a:prstClr val="white"/>
                </a:solidFill>
                <a:latin typeface="Segoe UI Light" panose="020B0502040204020203" pitchFamily="34" charset="0"/>
              </a:endParaRPr>
            </a:p>
          </p:txBody>
        </p:sp>
        <p:grpSp>
          <p:nvGrpSpPr>
            <p:cNvPr id="11" name="Group 10"/>
            <p:cNvGrpSpPr/>
            <p:nvPr/>
          </p:nvGrpSpPr>
          <p:grpSpPr>
            <a:xfrm>
              <a:off x="3427412" y="4495800"/>
              <a:ext cx="5715000" cy="1259474"/>
              <a:chOff x="3427412" y="4495800"/>
              <a:chExt cx="5715000" cy="1259474"/>
            </a:xfrm>
          </p:grpSpPr>
          <p:cxnSp>
            <p:nvCxnSpPr>
              <p:cNvPr id="12" name="Straight Connector 11"/>
              <p:cNvCxnSpPr/>
              <p:nvPr/>
            </p:nvCxnSpPr>
            <p:spPr>
              <a:xfrm>
                <a:off x="3427412" y="4495800"/>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27412" y="5753686"/>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219835" y="2895600"/>
            <a:ext cx="1993265" cy="179768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t>Power Supply</a:t>
            </a:r>
            <a:endParaRPr lang="en-US" b="1"/>
          </a:p>
        </p:txBody>
      </p:sp>
      <p:sp>
        <p:nvSpPr>
          <p:cNvPr id="15" name="Right Arrow 14"/>
          <p:cNvSpPr/>
          <p:nvPr/>
        </p:nvSpPr>
        <p:spPr>
          <a:xfrm rot="10800000">
            <a:off x="6304915" y="1295400"/>
            <a:ext cx="346710" cy="485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Rounded Rectangle 5"/>
          <p:cNvSpPr/>
          <p:nvPr/>
        </p:nvSpPr>
        <p:spPr>
          <a:xfrm>
            <a:off x="3775075" y="2983865"/>
            <a:ext cx="2642870" cy="168275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t>Microcontroller(ESP32)</a:t>
            </a:r>
            <a:endParaRPr lang="en-US" b="1"/>
          </a:p>
        </p:txBody>
      </p:sp>
      <p:sp>
        <p:nvSpPr>
          <p:cNvPr id="7" name="Rounded Rectangle 6"/>
          <p:cNvSpPr/>
          <p:nvPr/>
        </p:nvSpPr>
        <p:spPr>
          <a:xfrm>
            <a:off x="3877945" y="641350"/>
            <a:ext cx="2426970" cy="167513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t>Control</a:t>
            </a:r>
            <a:endParaRPr lang="en-US" b="1"/>
          </a:p>
        </p:txBody>
      </p:sp>
      <p:sp>
        <p:nvSpPr>
          <p:cNvPr id="9" name="Rounded Rectangle 8"/>
          <p:cNvSpPr/>
          <p:nvPr/>
        </p:nvSpPr>
        <p:spPr>
          <a:xfrm>
            <a:off x="3850640" y="5334000"/>
            <a:ext cx="2495550" cy="14230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t>Sensors</a:t>
            </a:r>
            <a:endParaRPr lang="en-US" b="1"/>
          </a:p>
        </p:txBody>
      </p:sp>
      <p:sp>
        <p:nvSpPr>
          <p:cNvPr id="8" name="Rounded Rectangle 7"/>
          <p:cNvSpPr/>
          <p:nvPr/>
        </p:nvSpPr>
        <p:spPr>
          <a:xfrm>
            <a:off x="6705600" y="710565"/>
            <a:ext cx="2454910" cy="16059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t>Internet (Wifi/ Bluetooth) Input Control</a:t>
            </a:r>
            <a:endParaRPr lang="en-US" b="1"/>
          </a:p>
        </p:txBody>
      </p:sp>
      <p:sp>
        <p:nvSpPr>
          <p:cNvPr id="10" name="Rounded Rectangle 9"/>
          <p:cNvSpPr/>
          <p:nvPr/>
        </p:nvSpPr>
        <p:spPr>
          <a:xfrm>
            <a:off x="1217930" y="641985"/>
            <a:ext cx="2311400" cy="164528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t>On-Board Input Control</a:t>
            </a:r>
            <a:endParaRPr lang="en-US" b="1"/>
          </a:p>
        </p:txBody>
      </p:sp>
      <p:sp>
        <p:nvSpPr>
          <p:cNvPr id="11" name="Right Arrow 10"/>
          <p:cNvSpPr/>
          <p:nvPr/>
        </p:nvSpPr>
        <p:spPr>
          <a:xfrm>
            <a:off x="3246120" y="3657600"/>
            <a:ext cx="495935" cy="485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2" name="Right Arrow 11"/>
          <p:cNvSpPr/>
          <p:nvPr/>
        </p:nvSpPr>
        <p:spPr>
          <a:xfrm>
            <a:off x="6570345" y="3657600"/>
            <a:ext cx="495935" cy="485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3" name="Down Arrow 12"/>
          <p:cNvSpPr/>
          <p:nvPr/>
        </p:nvSpPr>
        <p:spPr>
          <a:xfrm>
            <a:off x="4876800" y="2437130"/>
            <a:ext cx="485775" cy="53403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Right Arrow 13"/>
          <p:cNvSpPr/>
          <p:nvPr/>
        </p:nvSpPr>
        <p:spPr>
          <a:xfrm>
            <a:off x="3529330" y="1295400"/>
            <a:ext cx="346710" cy="485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Up Arrow 15"/>
          <p:cNvSpPr/>
          <p:nvPr/>
        </p:nvSpPr>
        <p:spPr>
          <a:xfrm>
            <a:off x="4876800" y="4724400"/>
            <a:ext cx="485775" cy="525780"/>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7" name="Rounded Rectangle 16"/>
          <p:cNvSpPr/>
          <p:nvPr/>
        </p:nvSpPr>
        <p:spPr>
          <a:xfrm>
            <a:off x="7162800" y="2971165"/>
            <a:ext cx="2531110" cy="161099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b="1"/>
              <a:t>Output</a:t>
            </a:r>
            <a:endParaRPr lang="en-US" b="1"/>
          </a:p>
          <a:p>
            <a:pPr algn="ctr"/>
            <a:r>
              <a:rPr lang="en-US" b="1"/>
              <a:t>(Automation)</a:t>
            </a:r>
            <a:endParaRPr lang="en-US" b="1"/>
          </a:p>
        </p:txBody>
      </p:sp>
      <p:sp>
        <p:nvSpPr>
          <p:cNvPr id="19" name="Text Box 18"/>
          <p:cNvSpPr txBox="1"/>
          <p:nvPr/>
        </p:nvSpPr>
        <p:spPr>
          <a:xfrm>
            <a:off x="76200" y="0"/>
            <a:ext cx="4662805" cy="460375"/>
          </a:xfrm>
          <a:prstGeom prst="rect">
            <a:avLst/>
          </a:prstGeom>
          <a:noFill/>
        </p:spPr>
        <p:txBody>
          <a:bodyPr wrap="square" rtlCol="0">
            <a:spAutoFit/>
          </a:bodyPr>
          <a:p>
            <a:r>
              <a:rPr lang="en-US" b="1">
                <a:solidFill>
                  <a:schemeClr val="bg1"/>
                </a:solidFill>
              </a:rPr>
              <a:t>Methodology: Block Diagram</a:t>
            </a:r>
            <a:endParaRPr lang="en-US" b="1">
              <a:solidFill>
                <a:schemeClr val="bg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Oval 307"/>
          <p:cNvSpPr/>
          <p:nvPr/>
        </p:nvSpPr>
        <p:spPr>
          <a:xfrm>
            <a:off x="2133601" y="5334003"/>
            <a:ext cx="3415567" cy="114621"/>
          </a:xfrm>
          <a:prstGeom prst="ellipse">
            <a:avLst/>
          </a:prstGeom>
          <a:gradFill flip="none" rotWithShape="1">
            <a:gsLst>
              <a:gs pos="0">
                <a:schemeClr val="tx1"/>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algn="ctr" defTabSz="914400">
              <a:defRPr/>
            </a:pPr>
            <a:endParaRPr lang="en-US" sz="1800" kern="0">
              <a:solidFill>
                <a:sysClr val="window" lastClr="FFFFFF"/>
              </a:solidFill>
            </a:endParaRPr>
          </a:p>
        </p:txBody>
      </p:sp>
      <p:sp>
        <p:nvSpPr>
          <p:cNvPr id="309" name="Content Placeholder 4"/>
          <p:cNvSpPr txBox="1"/>
          <p:nvPr/>
        </p:nvSpPr>
        <p:spPr>
          <a:xfrm>
            <a:off x="7071860"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6" name="Group 22"/>
          <p:cNvGrpSpPr/>
          <p:nvPr/>
        </p:nvGrpSpPr>
        <p:grpSpPr>
          <a:xfrm>
            <a:off x="3401060" y="3170203"/>
            <a:ext cx="880645" cy="2218049"/>
            <a:chOff x="4413250" y="1588"/>
            <a:chExt cx="2041525" cy="5141912"/>
          </a:xfrm>
          <a:solidFill>
            <a:schemeClr val="tx1">
              <a:alpha val="65000"/>
            </a:schemeClr>
          </a:solidFill>
          <a:effectLst/>
        </p:grpSpPr>
        <p:sp>
          <p:nvSpPr>
            <p:cNvPr id="7" name="Freeform 13"/>
            <p:cNvSpPr/>
            <p:nvPr/>
          </p:nvSpPr>
          <p:spPr bwMode="auto">
            <a:xfrm>
              <a:off x="5189538" y="1588"/>
              <a:ext cx="522288" cy="833438"/>
            </a:xfrm>
            <a:custGeom>
              <a:avLst/>
              <a:gdLst/>
              <a:ahLst/>
              <a:cxnLst>
                <a:cxn ang="0">
                  <a:pos x="159" y="0"/>
                </a:cxn>
                <a:cxn ang="0">
                  <a:pos x="198" y="5"/>
                </a:cxn>
                <a:cxn ang="0">
                  <a:pos x="236" y="15"/>
                </a:cxn>
                <a:cxn ang="0">
                  <a:pos x="260" y="32"/>
                </a:cxn>
                <a:cxn ang="0">
                  <a:pos x="272" y="49"/>
                </a:cxn>
                <a:cxn ang="0">
                  <a:pos x="279" y="62"/>
                </a:cxn>
                <a:cxn ang="0">
                  <a:pos x="289" y="87"/>
                </a:cxn>
                <a:cxn ang="0">
                  <a:pos x="301" y="130"/>
                </a:cxn>
                <a:cxn ang="0">
                  <a:pos x="305" y="155"/>
                </a:cxn>
                <a:cxn ang="0">
                  <a:pos x="306" y="183"/>
                </a:cxn>
                <a:cxn ang="0">
                  <a:pos x="307" y="201"/>
                </a:cxn>
                <a:cxn ang="0">
                  <a:pos x="312" y="198"/>
                </a:cxn>
                <a:cxn ang="0">
                  <a:pos x="319" y="194"/>
                </a:cxn>
                <a:cxn ang="0">
                  <a:pos x="325" y="198"/>
                </a:cxn>
                <a:cxn ang="0">
                  <a:pos x="329" y="218"/>
                </a:cxn>
                <a:cxn ang="0">
                  <a:pos x="328" y="240"/>
                </a:cxn>
                <a:cxn ang="0">
                  <a:pos x="322" y="269"/>
                </a:cxn>
                <a:cxn ang="0">
                  <a:pos x="316" y="290"/>
                </a:cxn>
                <a:cxn ang="0">
                  <a:pos x="313" y="296"/>
                </a:cxn>
                <a:cxn ang="0">
                  <a:pos x="309" y="296"/>
                </a:cxn>
                <a:cxn ang="0">
                  <a:pos x="304" y="292"/>
                </a:cxn>
                <a:cxn ang="0">
                  <a:pos x="299" y="291"/>
                </a:cxn>
                <a:cxn ang="0">
                  <a:pos x="298" y="298"/>
                </a:cxn>
                <a:cxn ang="0">
                  <a:pos x="293" y="315"/>
                </a:cxn>
                <a:cxn ang="0">
                  <a:pos x="279" y="351"/>
                </a:cxn>
                <a:cxn ang="0">
                  <a:pos x="274" y="368"/>
                </a:cxn>
                <a:cxn ang="0">
                  <a:pos x="272" y="398"/>
                </a:cxn>
                <a:cxn ang="0">
                  <a:pos x="274" y="428"/>
                </a:cxn>
                <a:cxn ang="0">
                  <a:pos x="181" y="525"/>
                </a:cxn>
                <a:cxn ang="0">
                  <a:pos x="126" y="483"/>
                </a:cxn>
                <a:cxn ang="0">
                  <a:pos x="112" y="470"/>
                </a:cxn>
                <a:cxn ang="0">
                  <a:pos x="93" y="450"/>
                </a:cxn>
                <a:cxn ang="0">
                  <a:pos x="76" y="432"/>
                </a:cxn>
                <a:cxn ang="0">
                  <a:pos x="71" y="418"/>
                </a:cxn>
                <a:cxn ang="0">
                  <a:pos x="64" y="389"/>
                </a:cxn>
                <a:cxn ang="0">
                  <a:pos x="56" y="350"/>
                </a:cxn>
                <a:cxn ang="0">
                  <a:pos x="49" y="321"/>
                </a:cxn>
                <a:cxn ang="0">
                  <a:pos x="46" y="308"/>
                </a:cxn>
                <a:cxn ang="0">
                  <a:pos x="39" y="299"/>
                </a:cxn>
                <a:cxn ang="0">
                  <a:pos x="35" y="306"/>
                </a:cxn>
                <a:cxn ang="0">
                  <a:pos x="25" y="305"/>
                </a:cxn>
                <a:cxn ang="0">
                  <a:pos x="18" y="292"/>
                </a:cxn>
                <a:cxn ang="0">
                  <a:pos x="10" y="271"/>
                </a:cxn>
                <a:cxn ang="0">
                  <a:pos x="3" y="254"/>
                </a:cxn>
                <a:cxn ang="0">
                  <a:pos x="0" y="230"/>
                </a:cxn>
                <a:cxn ang="0">
                  <a:pos x="2" y="207"/>
                </a:cxn>
                <a:cxn ang="0">
                  <a:pos x="8" y="204"/>
                </a:cxn>
                <a:cxn ang="0">
                  <a:pos x="17" y="213"/>
                </a:cxn>
                <a:cxn ang="0">
                  <a:pos x="24" y="222"/>
                </a:cxn>
                <a:cxn ang="0">
                  <a:pos x="24" y="220"/>
                </a:cxn>
                <a:cxn ang="0">
                  <a:pos x="23" y="207"/>
                </a:cxn>
                <a:cxn ang="0">
                  <a:pos x="22" y="178"/>
                </a:cxn>
                <a:cxn ang="0">
                  <a:pos x="23" y="144"/>
                </a:cxn>
                <a:cxn ang="0">
                  <a:pos x="27" y="96"/>
                </a:cxn>
                <a:cxn ang="0">
                  <a:pos x="31" y="80"/>
                </a:cxn>
                <a:cxn ang="0">
                  <a:pos x="43" y="60"/>
                </a:cxn>
                <a:cxn ang="0">
                  <a:pos x="57" y="37"/>
                </a:cxn>
                <a:cxn ang="0">
                  <a:pos x="67" y="23"/>
                </a:cxn>
                <a:cxn ang="0">
                  <a:pos x="87" y="13"/>
                </a:cxn>
                <a:cxn ang="0">
                  <a:pos x="116" y="5"/>
                </a:cxn>
                <a:cxn ang="0">
                  <a:pos x="141" y="0"/>
                </a:cxn>
              </a:cxnLst>
              <a:rect l="0" t="0" r="r" b="b"/>
              <a:pathLst>
                <a:path w="329" h="525">
                  <a:moveTo>
                    <a:pt x="141" y="0"/>
                  </a:moveTo>
                  <a:lnTo>
                    <a:pt x="159" y="0"/>
                  </a:lnTo>
                  <a:lnTo>
                    <a:pt x="177" y="1"/>
                  </a:lnTo>
                  <a:lnTo>
                    <a:pt x="198" y="5"/>
                  </a:lnTo>
                  <a:lnTo>
                    <a:pt x="220" y="9"/>
                  </a:lnTo>
                  <a:lnTo>
                    <a:pt x="236" y="15"/>
                  </a:lnTo>
                  <a:lnTo>
                    <a:pt x="249" y="22"/>
                  </a:lnTo>
                  <a:lnTo>
                    <a:pt x="260" y="32"/>
                  </a:lnTo>
                  <a:lnTo>
                    <a:pt x="267" y="41"/>
                  </a:lnTo>
                  <a:lnTo>
                    <a:pt x="272" y="49"/>
                  </a:lnTo>
                  <a:lnTo>
                    <a:pt x="276" y="55"/>
                  </a:lnTo>
                  <a:lnTo>
                    <a:pt x="279" y="62"/>
                  </a:lnTo>
                  <a:lnTo>
                    <a:pt x="284" y="73"/>
                  </a:lnTo>
                  <a:lnTo>
                    <a:pt x="289" y="87"/>
                  </a:lnTo>
                  <a:lnTo>
                    <a:pt x="298" y="118"/>
                  </a:lnTo>
                  <a:lnTo>
                    <a:pt x="301" y="130"/>
                  </a:lnTo>
                  <a:lnTo>
                    <a:pt x="304" y="142"/>
                  </a:lnTo>
                  <a:lnTo>
                    <a:pt x="305" y="155"/>
                  </a:lnTo>
                  <a:lnTo>
                    <a:pt x="305" y="169"/>
                  </a:lnTo>
                  <a:lnTo>
                    <a:pt x="306" y="183"/>
                  </a:lnTo>
                  <a:lnTo>
                    <a:pt x="306" y="200"/>
                  </a:lnTo>
                  <a:lnTo>
                    <a:pt x="307" y="201"/>
                  </a:lnTo>
                  <a:lnTo>
                    <a:pt x="309" y="200"/>
                  </a:lnTo>
                  <a:lnTo>
                    <a:pt x="312" y="198"/>
                  </a:lnTo>
                  <a:lnTo>
                    <a:pt x="315" y="196"/>
                  </a:lnTo>
                  <a:lnTo>
                    <a:pt x="319" y="194"/>
                  </a:lnTo>
                  <a:lnTo>
                    <a:pt x="321" y="193"/>
                  </a:lnTo>
                  <a:lnTo>
                    <a:pt x="325" y="198"/>
                  </a:lnTo>
                  <a:lnTo>
                    <a:pt x="328" y="206"/>
                  </a:lnTo>
                  <a:lnTo>
                    <a:pt x="329" y="218"/>
                  </a:lnTo>
                  <a:lnTo>
                    <a:pt x="329" y="227"/>
                  </a:lnTo>
                  <a:lnTo>
                    <a:pt x="328" y="240"/>
                  </a:lnTo>
                  <a:lnTo>
                    <a:pt x="326" y="255"/>
                  </a:lnTo>
                  <a:lnTo>
                    <a:pt x="322" y="269"/>
                  </a:lnTo>
                  <a:lnTo>
                    <a:pt x="319" y="282"/>
                  </a:lnTo>
                  <a:lnTo>
                    <a:pt x="316" y="290"/>
                  </a:lnTo>
                  <a:lnTo>
                    <a:pt x="314" y="293"/>
                  </a:lnTo>
                  <a:lnTo>
                    <a:pt x="313" y="296"/>
                  </a:lnTo>
                  <a:lnTo>
                    <a:pt x="311" y="297"/>
                  </a:lnTo>
                  <a:lnTo>
                    <a:pt x="309" y="296"/>
                  </a:lnTo>
                  <a:lnTo>
                    <a:pt x="305" y="293"/>
                  </a:lnTo>
                  <a:lnTo>
                    <a:pt x="304" y="292"/>
                  </a:lnTo>
                  <a:lnTo>
                    <a:pt x="301" y="291"/>
                  </a:lnTo>
                  <a:lnTo>
                    <a:pt x="299" y="291"/>
                  </a:lnTo>
                  <a:lnTo>
                    <a:pt x="299" y="294"/>
                  </a:lnTo>
                  <a:lnTo>
                    <a:pt x="298" y="298"/>
                  </a:lnTo>
                  <a:lnTo>
                    <a:pt x="298" y="301"/>
                  </a:lnTo>
                  <a:lnTo>
                    <a:pt x="293" y="315"/>
                  </a:lnTo>
                  <a:lnTo>
                    <a:pt x="284" y="339"/>
                  </a:lnTo>
                  <a:lnTo>
                    <a:pt x="279" y="351"/>
                  </a:lnTo>
                  <a:lnTo>
                    <a:pt x="276" y="361"/>
                  </a:lnTo>
                  <a:lnTo>
                    <a:pt x="274" y="368"/>
                  </a:lnTo>
                  <a:lnTo>
                    <a:pt x="272" y="375"/>
                  </a:lnTo>
                  <a:lnTo>
                    <a:pt x="272" y="398"/>
                  </a:lnTo>
                  <a:lnTo>
                    <a:pt x="274" y="411"/>
                  </a:lnTo>
                  <a:lnTo>
                    <a:pt x="274" y="428"/>
                  </a:lnTo>
                  <a:lnTo>
                    <a:pt x="255" y="489"/>
                  </a:lnTo>
                  <a:lnTo>
                    <a:pt x="181" y="525"/>
                  </a:lnTo>
                  <a:lnTo>
                    <a:pt x="129" y="485"/>
                  </a:lnTo>
                  <a:lnTo>
                    <a:pt x="126" y="483"/>
                  </a:lnTo>
                  <a:lnTo>
                    <a:pt x="121" y="478"/>
                  </a:lnTo>
                  <a:lnTo>
                    <a:pt x="112" y="470"/>
                  </a:lnTo>
                  <a:lnTo>
                    <a:pt x="102" y="461"/>
                  </a:lnTo>
                  <a:lnTo>
                    <a:pt x="93" y="450"/>
                  </a:lnTo>
                  <a:lnTo>
                    <a:pt x="83" y="441"/>
                  </a:lnTo>
                  <a:lnTo>
                    <a:pt x="76" y="432"/>
                  </a:lnTo>
                  <a:lnTo>
                    <a:pt x="73" y="426"/>
                  </a:lnTo>
                  <a:lnTo>
                    <a:pt x="71" y="418"/>
                  </a:lnTo>
                  <a:lnTo>
                    <a:pt x="67" y="405"/>
                  </a:lnTo>
                  <a:lnTo>
                    <a:pt x="64" y="389"/>
                  </a:lnTo>
                  <a:lnTo>
                    <a:pt x="59" y="369"/>
                  </a:lnTo>
                  <a:lnTo>
                    <a:pt x="56" y="350"/>
                  </a:lnTo>
                  <a:lnTo>
                    <a:pt x="52" y="334"/>
                  </a:lnTo>
                  <a:lnTo>
                    <a:pt x="49" y="321"/>
                  </a:lnTo>
                  <a:lnTo>
                    <a:pt x="47" y="313"/>
                  </a:lnTo>
                  <a:lnTo>
                    <a:pt x="46" y="308"/>
                  </a:lnTo>
                  <a:lnTo>
                    <a:pt x="45" y="305"/>
                  </a:lnTo>
                  <a:lnTo>
                    <a:pt x="39" y="299"/>
                  </a:lnTo>
                  <a:lnTo>
                    <a:pt x="37" y="301"/>
                  </a:lnTo>
                  <a:lnTo>
                    <a:pt x="35" y="306"/>
                  </a:lnTo>
                  <a:lnTo>
                    <a:pt x="29" y="306"/>
                  </a:lnTo>
                  <a:lnTo>
                    <a:pt x="25" y="305"/>
                  </a:lnTo>
                  <a:lnTo>
                    <a:pt x="22" y="300"/>
                  </a:lnTo>
                  <a:lnTo>
                    <a:pt x="18" y="292"/>
                  </a:lnTo>
                  <a:lnTo>
                    <a:pt x="15" y="283"/>
                  </a:lnTo>
                  <a:lnTo>
                    <a:pt x="10" y="271"/>
                  </a:lnTo>
                  <a:lnTo>
                    <a:pt x="7" y="262"/>
                  </a:lnTo>
                  <a:lnTo>
                    <a:pt x="3" y="254"/>
                  </a:lnTo>
                  <a:lnTo>
                    <a:pt x="0" y="243"/>
                  </a:lnTo>
                  <a:lnTo>
                    <a:pt x="0" y="230"/>
                  </a:lnTo>
                  <a:lnTo>
                    <a:pt x="1" y="218"/>
                  </a:lnTo>
                  <a:lnTo>
                    <a:pt x="2" y="207"/>
                  </a:lnTo>
                  <a:lnTo>
                    <a:pt x="5" y="204"/>
                  </a:lnTo>
                  <a:lnTo>
                    <a:pt x="8" y="204"/>
                  </a:lnTo>
                  <a:lnTo>
                    <a:pt x="13" y="207"/>
                  </a:lnTo>
                  <a:lnTo>
                    <a:pt x="17" y="213"/>
                  </a:lnTo>
                  <a:lnTo>
                    <a:pt x="22" y="218"/>
                  </a:lnTo>
                  <a:lnTo>
                    <a:pt x="24" y="222"/>
                  </a:lnTo>
                  <a:lnTo>
                    <a:pt x="25" y="223"/>
                  </a:lnTo>
                  <a:lnTo>
                    <a:pt x="24" y="220"/>
                  </a:lnTo>
                  <a:lnTo>
                    <a:pt x="24" y="214"/>
                  </a:lnTo>
                  <a:lnTo>
                    <a:pt x="23" y="207"/>
                  </a:lnTo>
                  <a:lnTo>
                    <a:pt x="22" y="201"/>
                  </a:lnTo>
                  <a:lnTo>
                    <a:pt x="22" y="178"/>
                  </a:lnTo>
                  <a:lnTo>
                    <a:pt x="23" y="162"/>
                  </a:lnTo>
                  <a:lnTo>
                    <a:pt x="23" y="144"/>
                  </a:lnTo>
                  <a:lnTo>
                    <a:pt x="25" y="110"/>
                  </a:lnTo>
                  <a:lnTo>
                    <a:pt x="27" y="96"/>
                  </a:lnTo>
                  <a:lnTo>
                    <a:pt x="28" y="87"/>
                  </a:lnTo>
                  <a:lnTo>
                    <a:pt x="31" y="80"/>
                  </a:lnTo>
                  <a:lnTo>
                    <a:pt x="36" y="70"/>
                  </a:lnTo>
                  <a:lnTo>
                    <a:pt x="43" y="60"/>
                  </a:lnTo>
                  <a:lnTo>
                    <a:pt x="50" y="48"/>
                  </a:lnTo>
                  <a:lnTo>
                    <a:pt x="57" y="37"/>
                  </a:lnTo>
                  <a:lnTo>
                    <a:pt x="63" y="29"/>
                  </a:lnTo>
                  <a:lnTo>
                    <a:pt x="67" y="23"/>
                  </a:lnTo>
                  <a:lnTo>
                    <a:pt x="74" y="19"/>
                  </a:lnTo>
                  <a:lnTo>
                    <a:pt x="87" y="13"/>
                  </a:lnTo>
                  <a:lnTo>
                    <a:pt x="102" y="8"/>
                  </a:lnTo>
                  <a:lnTo>
                    <a:pt x="116" y="5"/>
                  </a:lnTo>
                  <a:lnTo>
                    <a:pt x="129" y="1"/>
                  </a:lnTo>
                  <a:lnTo>
                    <a:pt x="141" y="0"/>
                  </a:lnTo>
                  <a:close/>
                </a:path>
              </a:pathLst>
            </a:custGeom>
            <a:grpFill/>
            <a:ln w="0">
              <a:noFill/>
              <a:prstDash val="solid"/>
              <a:round/>
            </a:ln>
          </p:spPr>
          <p:txBody>
            <a:bodyPr vert="horz" wrap="square" lIns="91416" tIns="45708" rIns="91416" bIns="45708" numCol="1" anchor="t" anchorCtr="0" compatLnSpc="1"/>
            <a:lstStyle/>
            <a:p>
              <a:endParaRPr lang="en-US" sz="2400"/>
            </a:p>
          </p:txBody>
        </p:sp>
        <p:sp>
          <p:nvSpPr>
            <p:cNvPr id="8" name="Freeform 14"/>
            <p:cNvSpPr>
              <a:spLocks noEditPoints="1"/>
            </p:cNvSpPr>
            <p:nvPr/>
          </p:nvSpPr>
          <p:spPr bwMode="auto">
            <a:xfrm>
              <a:off x="4413250" y="638175"/>
              <a:ext cx="2041525" cy="4505325"/>
            </a:xfrm>
            <a:custGeom>
              <a:avLst/>
              <a:gdLst/>
              <a:ahLst/>
              <a:cxnLst>
                <a:cxn ang="0">
                  <a:pos x="622" y="852"/>
                </a:cxn>
                <a:cxn ang="0">
                  <a:pos x="758" y="867"/>
                </a:cxn>
                <a:cxn ang="0">
                  <a:pos x="702" y="726"/>
                </a:cxn>
                <a:cxn ang="0">
                  <a:pos x="579" y="68"/>
                </a:cxn>
                <a:cxn ang="0">
                  <a:pos x="674" y="274"/>
                </a:cxn>
                <a:cxn ang="0">
                  <a:pos x="706" y="375"/>
                </a:cxn>
                <a:cxn ang="0">
                  <a:pos x="753" y="100"/>
                </a:cxn>
                <a:cxn ang="0">
                  <a:pos x="789" y="54"/>
                </a:cxn>
                <a:cxn ang="0">
                  <a:pos x="892" y="102"/>
                </a:cxn>
                <a:cxn ang="0">
                  <a:pos x="1052" y="155"/>
                </a:cxn>
                <a:cxn ang="0">
                  <a:pos x="1066" y="241"/>
                </a:cxn>
                <a:cxn ang="0">
                  <a:pos x="1085" y="302"/>
                </a:cxn>
                <a:cxn ang="0">
                  <a:pos x="1125" y="396"/>
                </a:cxn>
                <a:cxn ang="0">
                  <a:pos x="1117" y="552"/>
                </a:cxn>
                <a:cxn ang="0">
                  <a:pos x="1005" y="615"/>
                </a:cxn>
                <a:cxn ang="0">
                  <a:pos x="1018" y="744"/>
                </a:cxn>
                <a:cxn ang="0">
                  <a:pos x="1070" y="911"/>
                </a:cxn>
                <a:cxn ang="0">
                  <a:pos x="1096" y="1052"/>
                </a:cxn>
                <a:cxn ang="0">
                  <a:pos x="1125" y="1267"/>
                </a:cxn>
                <a:cxn ang="0">
                  <a:pos x="1037" y="1409"/>
                </a:cxn>
                <a:cxn ang="0">
                  <a:pos x="1058" y="1682"/>
                </a:cxn>
                <a:cxn ang="0">
                  <a:pos x="1117" y="2030"/>
                </a:cxn>
                <a:cxn ang="0">
                  <a:pos x="1172" y="2349"/>
                </a:cxn>
                <a:cxn ang="0">
                  <a:pos x="1232" y="2504"/>
                </a:cxn>
                <a:cxn ang="0">
                  <a:pos x="1268" y="2725"/>
                </a:cxn>
                <a:cxn ang="0">
                  <a:pos x="1212" y="2823"/>
                </a:cxn>
                <a:cxn ang="0">
                  <a:pos x="1114" y="2791"/>
                </a:cxn>
                <a:cxn ang="0">
                  <a:pos x="1082" y="2737"/>
                </a:cxn>
                <a:cxn ang="0">
                  <a:pos x="1036" y="2670"/>
                </a:cxn>
                <a:cxn ang="0">
                  <a:pos x="978" y="2549"/>
                </a:cxn>
                <a:cxn ang="0">
                  <a:pos x="907" y="2409"/>
                </a:cxn>
                <a:cxn ang="0">
                  <a:pos x="868" y="2107"/>
                </a:cxn>
                <a:cxn ang="0">
                  <a:pos x="802" y="1791"/>
                </a:cxn>
                <a:cxn ang="0">
                  <a:pos x="698" y="1527"/>
                </a:cxn>
                <a:cxn ang="0">
                  <a:pos x="640" y="1384"/>
                </a:cxn>
                <a:cxn ang="0">
                  <a:pos x="572" y="1619"/>
                </a:cxn>
                <a:cxn ang="0">
                  <a:pos x="479" y="1911"/>
                </a:cxn>
                <a:cxn ang="0">
                  <a:pos x="418" y="2175"/>
                </a:cxn>
                <a:cxn ang="0">
                  <a:pos x="353" y="2438"/>
                </a:cxn>
                <a:cxn ang="0">
                  <a:pos x="287" y="2639"/>
                </a:cxn>
                <a:cxn ang="0">
                  <a:pos x="248" y="2739"/>
                </a:cxn>
                <a:cxn ang="0">
                  <a:pos x="193" y="2793"/>
                </a:cxn>
                <a:cxn ang="0">
                  <a:pos x="29" y="2837"/>
                </a:cxn>
                <a:cxn ang="0">
                  <a:pos x="11" y="2786"/>
                </a:cxn>
                <a:cxn ang="0">
                  <a:pos x="89" y="2646"/>
                </a:cxn>
                <a:cxn ang="0">
                  <a:pos x="106" y="2528"/>
                </a:cxn>
                <a:cxn ang="0">
                  <a:pos x="117" y="2294"/>
                </a:cxn>
                <a:cxn ang="0">
                  <a:pos x="211" y="1940"/>
                </a:cxn>
                <a:cxn ang="0">
                  <a:pos x="232" y="1759"/>
                </a:cxn>
                <a:cxn ang="0">
                  <a:pos x="239" y="1522"/>
                </a:cxn>
                <a:cxn ang="0">
                  <a:pos x="257" y="1295"/>
                </a:cxn>
                <a:cxn ang="0">
                  <a:pos x="140" y="1194"/>
                </a:cxn>
                <a:cxn ang="0">
                  <a:pos x="197" y="1013"/>
                </a:cxn>
                <a:cxn ang="0">
                  <a:pos x="247" y="866"/>
                </a:cxn>
                <a:cxn ang="0">
                  <a:pos x="285" y="759"/>
                </a:cxn>
                <a:cxn ang="0">
                  <a:pos x="320" y="635"/>
                </a:cxn>
                <a:cxn ang="0">
                  <a:pos x="233" y="535"/>
                </a:cxn>
                <a:cxn ang="0">
                  <a:pos x="225" y="417"/>
                </a:cxn>
                <a:cxn ang="0">
                  <a:pos x="242" y="309"/>
                </a:cxn>
                <a:cxn ang="0">
                  <a:pos x="255" y="180"/>
                </a:cxn>
                <a:cxn ang="0">
                  <a:pos x="400" y="80"/>
                </a:cxn>
                <a:cxn ang="0">
                  <a:pos x="533" y="38"/>
                </a:cxn>
              </a:cxnLst>
              <a:rect l="0" t="0" r="r" b="b"/>
              <a:pathLst>
                <a:path w="1286" h="2838">
                  <a:moveTo>
                    <a:pt x="693" y="726"/>
                  </a:moveTo>
                  <a:lnTo>
                    <a:pt x="677" y="728"/>
                  </a:lnTo>
                  <a:lnTo>
                    <a:pt x="672" y="732"/>
                  </a:lnTo>
                  <a:lnTo>
                    <a:pt x="666" y="742"/>
                  </a:lnTo>
                  <a:lnTo>
                    <a:pt x="659" y="756"/>
                  </a:lnTo>
                  <a:lnTo>
                    <a:pt x="651" y="774"/>
                  </a:lnTo>
                  <a:lnTo>
                    <a:pt x="644" y="792"/>
                  </a:lnTo>
                  <a:lnTo>
                    <a:pt x="636" y="813"/>
                  </a:lnTo>
                  <a:lnTo>
                    <a:pt x="629" y="833"/>
                  </a:lnTo>
                  <a:lnTo>
                    <a:pt x="622" y="852"/>
                  </a:lnTo>
                  <a:lnTo>
                    <a:pt x="618" y="868"/>
                  </a:lnTo>
                  <a:lnTo>
                    <a:pt x="614" y="881"/>
                  </a:lnTo>
                  <a:lnTo>
                    <a:pt x="608" y="899"/>
                  </a:lnTo>
                  <a:lnTo>
                    <a:pt x="600" y="923"/>
                  </a:lnTo>
                  <a:lnTo>
                    <a:pt x="591" y="948"/>
                  </a:lnTo>
                  <a:lnTo>
                    <a:pt x="780" y="948"/>
                  </a:lnTo>
                  <a:lnTo>
                    <a:pt x="773" y="923"/>
                  </a:lnTo>
                  <a:lnTo>
                    <a:pt x="766" y="901"/>
                  </a:lnTo>
                  <a:lnTo>
                    <a:pt x="761" y="881"/>
                  </a:lnTo>
                  <a:lnTo>
                    <a:pt x="758" y="867"/>
                  </a:lnTo>
                  <a:lnTo>
                    <a:pt x="754" y="854"/>
                  </a:lnTo>
                  <a:lnTo>
                    <a:pt x="750" y="838"/>
                  </a:lnTo>
                  <a:lnTo>
                    <a:pt x="745" y="820"/>
                  </a:lnTo>
                  <a:lnTo>
                    <a:pt x="738" y="802"/>
                  </a:lnTo>
                  <a:lnTo>
                    <a:pt x="732" y="783"/>
                  </a:lnTo>
                  <a:lnTo>
                    <a:pt x="727" y="766"/>
                  </a:lnTo>
                  <a:lnTo>
                    <a:pt x="721" y="752"/>
                  </a:lnTo>
                  <a:lnTo>
                    <a:pt x="714" y="734"/>
                  </a:lnTo>
                  <a:lnTo>
                    <a:pt x="709" y="730"/>
                  </a:lnTo>
                  <a:lnTo>
                    <a:pt x="702" y="726"/>
                  </a:lnTo>
                  <a:lnTo>
                    <a:pt x="693" y="726"/>
                  </a:lnTo>
                  <a:close/>
                  <a:moveTo>
                    <a:pt x="552" y="0"/>
                  </a:moveTo>
                  <a:lnTo>
                    <a:pt x="555" y="2"/>
                  </a:lnTo>
                  <a:lnTo>
                    <a:pt x="556" y="9"/>
                  </a:lnTo>
                  <a:lnTo>
                    <a:pt x="556" y="19"/>
                  </a:lnTo>
                  <a:lnTo>
                    <a:pt x="557" y="31"/>
                  </a:lnTo>
                  <a:lnTo>
                    <a:pt x="561" y="40"/>
                  </a:lnTo>
                  <a:lnTo>
                    <a:pt x="564" y="46"/>
                  </a:lnTo>
                  <a:lnTo>
                    <a:pt x="571" y="56"/>
                  </a:lnTo>
                  <a:lnTo>
                    <a:pt x="579" y="68"/>
                  </a:lnTo>
                  <a:lnTo>
                    <a:pt x="589" y="81"/>
                  </a:lnTo>
                  <a:lnTo>
                    <a:pt x="599" y="96"/>
                  </a:lnTo>
                  <a:lnTo>
                    <a:pt x="608" y="111"/>
                  </a:lnTo>
                  <a:lnTo>
                    <a:pt x="619" y="131"/>
                  </a:lnTo>
                  <a:lnTo>
                    <a:pt x="632" y="156"/>
                  </a:lnTo>
                  <a:lnTo>
                    <a:pt x="643" y="183"/>
                  </a:lnTo>
                  <a:lnTo>
                    <a:pt x="654" y="210"/>
                  </a:lnTo>
                  <a:lnTo>
                    <a:pt x="663" y="234"/>
                  </a:lnTo>
                  <a:lnTo>
                    <a:pt x="669" y="253"/>
                  </a:lnTo>
                  <a:lnTo>
                    <a:pt x="674" y="274"/>
                  </a:lnTo>
                  <a:lnTo>
                    <a:pt x="684" y="316"/>
                  </a:lnTo>
                  <a:lnTo>
                    <a:pt x="688" y="335"/>
                  </a:lnTo>
                  <a:lnTo>
                    <a:pt x="692" y="351"/>
                  </a:lnTo>
                  <a:lnTo>
                    <a:pt x="693" y="362"/>
                  </a:lnTo>
                  <a:lnTo>
                    <a:pt x="693" y="368"/>
                  </a:lnTo>
                  <a:lnTo>
                    <a:pt x="694" y="373"/>
                  </a:lnTo>
                  <a:lnTo>
                    <a:pt x="696" y="377"/>
                  </a:lnTo>
                  <a:lnTo>
                    <a:pt x="698" y="378"/>
                  </a:lnTo>
                  <a:lnTo>
                    <a:pt x="705" y="378"/>
                  </a:lnTo>
                  <a:lnTo>
                    <a:pt x="706" y="375"/>
                  </a:lnTo>
                  <a:lnTo>
                    <a:pt x="706" y="346"/>
                  </a:lnTo>
                  <a:lnTo>
                    <a:pt x="708" y="327"/>
                  </a:lnTo>
                  <a:lnTo>
                    <a:pt x="710" y="305"/>
                  </a:lnTo>
                  <a:lnTo>
                    <a:pt x="721" y="232"/>
                  </a:lnTo>
                  <a:lnTo>
                    <a:pt x="725" y="213"/>
                  </a:lnTo>
                  <a:lnTo>
                    <a:pt x="730" y="191"/>
                  </a:lnTo>
                  <a:lnTo>
                    <a:pt x="736" y="168"/>
                  </a:lnTo>
                  <a:lnTo>
                    <a:pt x="742" y="143"/>
                  </a:lnTo>
                  <a:lnTo>
                    <a:pt x="747" y="121"/>
                  </a:lnTo>
                  <a:lnTo>
                    <a:pt x="753" y="100"/>
                  </a:lnTo>
                  <a:lnTo>
                    <a:pt x="758" y="84"/>
                  </a:lnTo>
                  <a:lnTo>
                    <a:pt x="763" y="73"/>
                  </a:lnTo>
                  <a:lnTo>
                    <a:pt x="767" y="55"/>
                  </a:lnTo>
                  <a:lnTo>
                    <a:pt x="768" y="39"/>
                  </a:lnTo>
                  <a:lnTo>
                    <a:pt x="767" y="26"/>
                  </a:lnTo>
                  <a:lnTo>
                    <a:pt x="766" y="17"/>
                  </a:lnTo>
                  <a:lnTo>
                    <a:pt x="767" y="16"/>
                  </a:lnTo>
                  <a:lnTo>
                    <a:pt x="769" y="19"/>
                  </a:lnTo>
                  <a:lnTo>
                    <a:pt x="778" y="35"/>
                  </a:lnTo>
                  <a:lnTo>
                    <a:pt x="789" y="54"/>
                  </a:lnTo>
                  <a:lnTo>
                    <a:pt x="794" y="61"/>
                  </a:lnTo>
                  <a:lnTo>
                    <a:pt x="801" y="69"/>
                  </a:lnTo>
                  <a:lnTo>
                    <a:pt x="810" y="76"/>
                  </a:lnTo>
                  <a:lnTo>
                    <a:pt x="818" y="83"/>
                  </a:lnTo>
                  <a:lnTo>
                    <a:pt x="825" y="88"/>
                  </a:lnTo>
                  <a:lnTo>
                    <a:pt x="827" y="89"/>
                  </a:lnTo>
                  <a:lnTo>
                    <a:pt x="837" y="92"/>
                  </a:lnTo>
                  <a:lnTo>
                    <a:pt x="851" y="96"/>
                  </a:lnTo>
                  <a:lnTo>
                    <a:pt x="870" y="99"/>
                  </a:lnTo>
                  <a:lnTo>
                    <a:pt x="892" y="102"/>
                  </a:lnTo>
                  <a:lnTo>
                    <a:pt x="916" y="104"/>
                  </a:lnTo>
                  <a:lnTo>
                    <a:pt x="940" y="106"/>
                  </a:lnTo>
                  <a:lnTo>
                    <a:pt x="963" y="109"/>
                  </a:lnTo>
                  <a:lnTo>
                    <a:pt x="983" y="110"/>
                  </a:lnTo>
                  <a:lnTo>
                    <a:pt x="1000" y="112"/>
                  </a:lnTo>
                  <a:lnTo>
                    <a:pt x="1018" y="117"/>
                  </a:lnTo>
                  <a:lnTo>
                    <a:pt x="1030" y="124"/>
                  </a:lnTo>
                  <a:lnTo>
                    <a:pt x="1040" y="133"/>
                  </a:lnTo>
                  <a:lnTo>
                    <a:pt x="1047" y="143"/>
                  </a:lnTo>
                  <a:lnTo>
                    <a:pt x="1052" y="155"/>
                  </a:lnTo>
                  <a:lnTo>
                    <a:pt x="1055" y="166"/>
                  </a:lnTo>
                  <a:lnTo>
                    <a:pt x="1057" y="175"/>
                  </a:lnTo>
                  <a:lnTo>
                    <a:pt x="1058" y="187"/>
                  </a:lnTo>
                  <a:lnTo>
                    <a:pt x="1056" y="199"/>
                  </a:lnTo>
                  <a:lnTo>
                    <a:pt x="1053" y="211"/>
                  </a:lnTo>
                  <a:lnTo>
                    <a:pt x="1050" y="220"/>
                  </a:lnTo>
                  <a:lnTo>
                    <a:pt x="1048" y="226"/>
                  </a:lnTo>
                  <a:lnTo>
                    <a:pt x="1050" y="231"/>
                  </a:lnTo>
                  <a:lnTo>
                    <a:pt x="1062" y="238"/>
                  </a:lnTo>
                  <a:lnTo>
                    <a:pt x="1066" y="241"/>
                  </a:lnTo>
                  <a:lnTo>
                    <a:pt x="1066" y="246"/>
                  </a:lnTo>
                  <a:lnTo>
                    <a:pt x="1062" y="260"/>
                  </a:lnTo>
                  <a:lnTo>
                    <a:pt x="1060" y="266"/>
                  </a:lnTo>
                  <a:lnTo>
                    <a:pt x="1062" y="269"/>
                  </a:lnTo>
                  <a:lnTo>
                    <a:pt x="1066" y="274"/>
                  </a:lnTo>
                  <a:lnTo>
                    <a:pt x="1069" y="278"/>
                  </a:lnTo>
                  <a:lnTo>
                    <a:pt x="1069" y="281"/>
                  </a:lnTo>
                  <a:lnTo>
                    <a:pt x="1070" y="285"/>
                  </a:lnTo>
                  <a:lnTo>
                    <a:pt x="1073" y="290"/>
                  </a:lnTo>
                  <a:lnTo>
                    <a:pt x="1085" y="302"/>
                  </a:lnTo>
                  <a:lnTo>
                    <a:pt x="1089" y="310"/>
                  </a:lnTo>
                  <a:lnTo>
                    <a:pt x="1095" y="324"/>
                  </a:lnTo>
                  <a:lnTo>
                    <a:pt x="1101" y="339"/>
                  </a:lnTo>
                  <a:lnTo>
                    <a:pt x="1108" y="353"/>
                  </a:lnTo>
                  <a:lnTo>
                    <a:pt x="1114" y="363"/>
                  </a:lnTo>
                  <a:lnTo>
                    <a:pt x="1117" y="371"/>
                  </a:lnTo>
                  <a:lnTo>
                    <a:pt x="1118" y="380"/>
                  </a:lnTo>
                  <a:lnTo>
                    <a:pt x="1121" y="388"/>
                  </a:lnTo>
                  <a:lnTo>
                    <a:pt x="1123" y="392"/>
                  </a:lnTo>
                  <a:lnTo>
                    <a:pt x="1125" y="396"/>
                  </a:lnTo>
                  <a:lnTo>
                    <a:pt x="1128" y="402"/>
                  </a:lnTo>
                  <a:lnTo>
                    <a:pt x="1132" y="410"/>
                  </a:lnTo>
                  <a:lnTo>
                    <a:pt x="1136" y="421"/>
                  </a:lnTo>
                  <a:lnTo>
                    <a:pt x="1140" y="438"/>
                  </a:lnTo>
                  <a:lnTo>
                    <a:pt x="1146" y="459"/>
                  </a:lnTo>
                  <a:lnTo>
                    <a:pt x="1147" y="478"/>
                  </a:lnTo>
                  <a:lnTo>
                    <a:pt x="1144" y="497"/>
                  </a:lnTo>
                  <a:lnTo>
                    <a:pt x="1137" y="517"/>
                  </a:lnTo>
                  <a:lnTo>
                    <a:pt x="1128" y="535"/>
                  </a:lnTo>
                  <a:lnTo>
                    <a:pt x="1117" y="552"/>
                  </a:lnTo>
                  <a:lnTo>
                    <a:pt x="1106" y="567"/>
                  </a:lnTo>
                  <a:lnTo>
                    <a:pt x="1095" y="580"/>
                  </a:lnTo>
                  <a:lnTo>
                    <a:pt x="1086" y="590"/>
                  </a:lnTo>
                  <a:lnTo>
                    <a:pt x="1080" y="596"/>
                  </a:lnTo>
                  <a:lnTo>
                    <a:pt x="1072" y="601"/>
                  </a:lnTo>
                  <a:lnTo>
                    <a:pt x="1060" y="604"/>
                  </a:lnTo>
                  <a:lnTo>
                    <a:pt x="1047" y="606"/>
                  </a:lnTo>
                  <a:lnTo>
                    <a:pt x="1031" y="609"/>
                  </a:lnTo>
                  <a:lnTo>
                    <a:pt x="1018" y="612"/>
                  </a:lnTo>
                  <a:lnTo>
                    <a:pt x="1005" y="615"/>
                  </a:lnTo>
                  <a:lnTo>
                    <a:pt x="997" y="618"/>
                  </a:lnTo>
                  <a:lnTo>
                    <a:pt x="993" y="621"/>
                  </a:lnTo>
                  <a:lnTo>
                    <a:pt x="994" y="627"/>
                  </a:lnTo>
                  <a:lnTo>
                    <a:pt x="996" y="639"/>
                  </a:lnTo>
                  <a:lnTo>
                    <a:pt x="999" y="654"/>
                  </a:lnTo>
                  <a:lnTo>
                    <a:pt x="1002" y="672"/>
                  </a:lnTo>
                  <a:lnTo>
                    <a:pt x="1006" y="690"/>
                  </a:lnTo>
                  <a:lnTo>
                    <a:pt x="1011" y="709"/>
                  </a:lnTo>
                  <a:lnTo>
                    <a:pt x="1014" y="727"/>
                  </a:lnTo>
                  <a:lnTo>
                    <a:pt x="1018" y="744"/>
                  </a:lnTo>
                  <a:lnTo>
                    <a:pt x="1021" y="756"/>
                  </a:lnTo>
                  <a:lnTo>
                    <a:pt x="1022" y="766"/>
                  </a:lnTo>
                  <a:lnTo>
                    <a:pt x="1026" y="779"/>
                  </a:lnTo>
                  <a:lnTo>
                    <a:pt x="1030" y="795"/>
                  </a:lnTo>
                  <a:lnTo>
                    <a:pt x="1036" y="813"/>
                  </a:lnTo>
                  <a:lnTo>
                    <a:pt x="1043" y="832"/>
                  </a:lnTo>
                  <a:lnTo>
                    <a:pt x="1050" y="852"/>
                  </a:lnTo>
                  <a:lnTo>
                    <a:pt x="1069" y="898"/>
                  </a:lnTo>
                  <a:lnTo>
                    <a:pt x="1070" y="906"/>
                  </a:lnTo>
                  <a:lnTo>
                    <a:pt x="1070" y="911"/>
                  </a:lnTo>
                  <a:lnTo>
                    <a:pt x="1067" y="912"/>
                  </a:lnTo>
                  <a:lnTo>
                    <a:pt x="1066" y="912"/>
                  </a:lnTo>
                  <a:lnTo>
                    <a:pt x="1065" y="913"/>
                  </a:lnTo>
                  <a:lnTo>
                    <a:pt x="1065" y="920"/>
                  </a:lnTo>
                  <a:lnTo>
                    <a:pt x="1070" y="934"/>
                  </a:lnTo>
                  <a:lnTo>
                    <a:pt x="1073" y="951"/>
                  </a:lnTo>
                  <a:lnTo>
                    <a:pt x="1079" y="972"/>
                  </a:lnTo>
                  <a:lnTo>
                    <a:pt x="1084" y="996"/>
                  </a:lnTo>
                  <a:lnTo>
                    <a:pt x="1089" y="1023"/>
                  </a:lnTo>
                  <a:lnTo>
                    <a:pt x="1096" y="1052"/>
                  </a:lnTo>
                  <a:lnTo>
                    <a:pt x="1108" y="1112"/>
                  </a:lnTo>
                  <a:lnTo>
                    <a:pt x="1115" y="1143"/>
                  </a:lnTo>
                  <a:lnTo>
                    <a:pt x="1120" y="1170"/>
                  </a:lnTo>
                  <a:lnTo>
                    <a:pt x="1125" y="1196"/>
                  </a:lnTo>
                  <a:lnTo>
                    <a:pt x="1129" y="1218"/>
                  </a:lnTo>
                  <a:lnTo>
                    <a:pt x="1132" y="1236"/>
                  </a:lnTo>
                  <a:lnTo>
                    <a:pt x="1135" y="1248"/>
                  </a:lnTo>
                  <a:lnTo>
                    <a:pt x="1136" y="1255"/>
                  </a:lnTo>
                  <a:lnTo>
                    <a:pt x="1133" y="1260"/>
                  </a:lnTo>
                  <a:lnTo>
                    <a:pt x="1125" y="1267"/>
                  </a:lnTo>
                  <a:lnTo>
                    <a:pt x="1111" y="1273"/>
                  </a:lnTo>
                  <a:lnTo>
                    <a:pt x="1094" y="1281"/>
                  </a:lnTo>
                  <a:lnTo>
                    <a:pt x="1074" y="1288"/>
                  </a:lnTo>
                  <a:lnTo>
                    <a:pt x="1053" y="1295"/>
                  </a:lnTo>
                  <a:lnTo>
                    <a:pt x="1031" y="1302"/>
                  </a:lnTo>
                  <a:lnTo>
                    <a:pt x="1035" y="1316"/>
                  </a:lnTo>
                  <a:lnTo>
                    <a:pt x="1037" y="1326"/>
                  </a:lnTo>
                  <a:lnTo>
                    <a:pt x="1038" y="1350"/>
                  </a:lnTo>
                  <a:lnTo>
                    <a:pt x="1038" y="1377"/>
                  </a:lnTo>
                  <a:lnTo>
                    <a:pt x="1037" y="1409"/>
                  </a:lnTo>
                  <a:lnTo>
                    <a:pt x="1037" y="1441"/>
                  </a:lnTo>
                  <a:lnTo>
                    <a:pt x="1036" y="1474"/>
                  </a:lnTo>
                  <a:lnTo>
                    <a:pt x="1035" y="1504"/>
                  </a:lnTo>
                  <a:lnTo>
                    <a:pt x="1035" y="1533"/>
                  </a:lnTo>
                  <a:lnTo>
                    <a:pt x="1036" y="1559"/>
                  </a:lnTo>
                  <a:lnTo>
                    <a:pt x="1038" y="1579"/>
                  </a:lnTo>
                  <a:lnTo>
                    <a:pt x="1042" y="1596"/>
                  </a:lnTo>
                  <a:lnTo>
                    <a:pt x="1047" y="1621"/>
                  </a:lnTo>
                  <a:lnTo>
                    <a:pt x="1051" y="1648"/>
                  </a:lnTo>
                  <a:lnTo>
                    <a:pt x="1058" y="1682"/>
                  </a:lnTo>
                  <a:lnTo>
                    <a:pt x="1065" y="1718"/>
                  </a:lnTo>
                  <a:lnTo>
                    <a:pt x="1072" y="1755"/>
                  </a:lnTo>
                  <a:lnTo>
                    <a:pt x="1078" y="1794"/>
                  </a:lnTo>
                  <a:lnTo>
                    <a:pt x="1085" y="1832"/>
                  </a:lnTo>
                  <a:lnTo>
                    <a:pt x="1092" y="1868"/>
                  </a:lnTo>
                  <a:lnTo>
                    <a:pt x="1096" y="1902"/>
                  </a:lnTo>
                  <a:lnTo>
                    <a:pt x="1101" y="1932"/>
                  </a:lnTo>
                  <a:lnTo>
                    <a:pt x="1106" y="1961"/>
                  </a:lnTo>
                  <a:lnTo>
                    <a:pt x="1110" y="1995"/>
                  </a:lnTo>
                  <a:lnTo>
                    <a:pt x="1117" y="2030"/>
                  </a:lnTo>
                  <a:lnTo>
                    <a:pt x="1131" y="2102"/>
                  </a:lnTo>
                  <a:lnTo>
                    <a:pt x="1138" y="2137"/>
                  </a:lnTo>
                  <a:lnTo>
                    <a:pt x="1145" y="2171"/>
                  </a:lnTo>
                  <a:lnTo>
                    <a:pt x="1151" y="2201"/>
                  </a:lnTo>
                  <a:lnTo>
                    <a:pt x="1157" y="2228"/>
                  </a:lnTo>
                  <a:lnTo>
                    <a:pt x="1161" y="2250"/>
                  </a:lnTo>
                  <a:lnTo>
                    <a:pt x="1165" y="2265"/>
                  </a:lnTo>
                  <a:lnTo>
                    <a:pt x="1168" y="2283"/>
                  </a:lnTo>
                  <a:lnTo>
                    <a:pt x="1169" y="2304"/>
                  </a:lnTo>
                  <a:lnTo>
                    <a:pt x="1172" y="2349"/>
                  </a:lnTo>
                  <a:lnTo>
                    <a:pt x="1174" y="2370"/>
                  </a:lnTo>
                  <a:lnTo>
                    <a:pt x="1176" y="2388"/>
                  </a:lnTo>
                  <a:lnTo>
                    <a:pt x="1180" y="2404"/>
                  </a:lnTo>
                  <a:lnTo>
                    <a:pt x="1186" y="2416"/>
                  </a:lnTo>
                  <a:lnTo>
                    <a:pt x="1201" y="2433"/>
                  </a:lnTo>
                  <a:lnTo>
                    <a:pt x="1215" y="2450"/>
                  </a:lnTo>
                  <a:lnTo>
                    <a:pt x="1225" y="2466"/>
                  </a:lnTo>
                  <a:lnTo>
                    <a:pt x="1232" y="2481"/>
                  </a:lnTo>
                  <a:lnTo>
                    <a:pt x="1233" y="2490"/>
                  </a:lnTo>
                  <a:lnTo>
                    <a:pt x="1232" y="2504"/>
                  </a:lnTo>
                  <a:lnTo>
                    <a:pt x="1231" y="2523"/>
                  </a:lnTo>
                  <a:lnTo>
                    <a:pt x="1227" y="2543"/>
                  </a:lnTo>
                  <a:lnTo>
                    <a:pt x="1224" y="2565"/>
                  </a:lnTo>
                  <a:lnTo>
                    <a:pt x="1220" y="2585"/>
                  </a:lnTo>
                  <a:lnTo>
                    <a:pt x="1217" y="2603"/>
                  </a:lnTo>
                  <a:lnTo>
                    <a:pt x="1211" y="2627"/>
                  </a:lnTo>
                  <a:lnTo>
                    <a:pt x="1222" y="2649"/>
                  </a:lnTo>
                  <a:lnTo>
                    <a:pt x="1233" y="2670"/>
                  </a:lnTo>
                  <a:lnTo>
                    <a:pt x="1256" y="2709"/>
                  </a:lnTo>
                  <a:lnTo>
                    <a:pt x="1268" y="2725"/>
                  </a:lnTo>
                  <a:lnTo>
                    <a:pt x="1277" y="2741"/>
                  </a:lnTo>
                  <a:lnTo>
                    <a:pt x="1283" y="2752"/>
                  </a:lnTo>
                  <a:lnTo>
                    <a:pt x="1286" y="2768"/>
                  </a:lnTo>
                  <a:lnTo>
                    <a:pt x="1284" y="2785"/>
                  </a:lnTo>
                  <a:lnTo>
                    <a:pt x="1278" y="2800"/>
                  </a:lnTo>
                  <a:lnTo>
                    <a:pt x="1268" y="2810"/>
                  </a:lnTo>
                  <a:lnTo>
                    <a:pt x="1257" y="2817"/>
                  </a:lnTo>
                  <a:lnTo>
                    <a:pt x="1246" y="2821"/>
                  </a:lnTo>
                  <a:lnTo>
                    <a:pt x="1230" y="2822"/>
                  </a:lnTo>
                  <a:lnTo>
                    <a:pt x="1212" y="2823"/>
                  </a:lnTo>
                  <a:lnTo>
                    <a:pt x="1194" y="2822"/>
                  </a:lnTo>
                  <a:lnTo>
                    <a:pt x="1179" y="2821"/>
                  </a:lnTo>
                  <a:lnTo>
                    <a:pt x="1168" y="2818"/>
                  </a:lnTo>
                  <a:lnTo>
                    <a:pt x="1166" y="2818"/>
                  </a:lnTo>
                  <a:lnTo>
                    <a:pt x="1160" y="2817"/>
                  </a:lnTo>
                  <a:lnTo>
                    <a:pt x="1151" y="2815"/>
                  </a:lnTo>
                  <a:lnTo>
                    <a:pt x="1140" y="2811"/>
                  </a:lnTo>
                  <a:lnTo>
                    <a:pt x="1129" y="2804"/>
                  </a:lnTo>
                  <a:lnTo>
                    <a:pt x="1122" y="2798"/>
                  </a:lnTo>
                  <a:lnTo>
                    <a:pt x="1114" y="2791"/>
                  </a:lnTo>
                  <a:lnTo>
                    <a:pt x="1108" y="2784"/>
                  </a:lnTo>
                  <a:lnTo>
                    <a:pt x="1104" y="2772"/>
                  </a:lnTo>
                  <a:lnTo>
                    <a:pt x="1100" y="2746"/>
                  </a:lnTo>
                  <a:lnTo>
                    <a:pt x="1098" y="2738"/>
                  </a:lnTo>
                  <a:lnTo>
                    <a:pt x="1095" y="2734"/>
                  </a:lnTo>
                  <a:lnTo>
                    <a:pt x="1094" y="2734"/>
                  </a:lnTo>
                  <a:lnTo>
                    <a:pt x="1092" y="2735"/>
                  </a:lnTo>
                  <a:lnTo>
                    <a:pt x="1089" y="2735"/>
                  </a:lnTo>
                  <a:lnTo>
                    <a:pt x="1085" y="2737"/>
                  </a:lnTo>
                  <a:lnTo>
                    <a:pt x="1082" y="2737"/>
                  </a:lnTo>
                  <a:lnTo>
                    <a:pt x="1078" y="2736"/>
                  </a:lnTo>
                  <a:lnTo>
                    <a:pt x="1071" y="2732"/>
                  </a:lnTo>
                  <a:lnTo>
                    <a:pt x="1063" y="2728"/>
                  </a:lnTo>
                  <a:lnTo>
                    <a:pt x="1053" y="2722"/>
                  </a:lnTo>
                  <a:lnTo>
                    <a:pt x="1047" y="2717"/>
                  </a:lnTo>
                  <a:lnTo>
                    <a:pt x="1042" y="2713"/>
                  </a:lnTo>
                  <a:lnTo>
                    <a:pt x="1040" y="2708"/>
                  </a:lnTo>
                  <a:lnTo>
                    <a:pt x="1038" y="2697"/>
                  </a:lnTo>
                  <a:lnTo>
                    <a:pt x="1037" y="2685"/>
                  </a:lnTo>
                  <a:lnTo>
                    <a:pt x="1036" y="2670"/>
                  </a:lnTo>
                  <a:lnTo>
                    <a:pt x="1036" y="2652"/>
                  </a:lnTo>
                  <a:lnTo>
                    <a:pt x="1035" y="2636"/>
                  </a:lnTo>
                  <a:lnTo>
                    <a:pt x="1035" y="2621"/>
                  </a:lnTo>
                  <a:lnTo>
                    <a:pt x="1030" y="2617"/>
                  </a:lnTo>
                  <a:lnTo>
                    <a:pt x="1024" y="2615"/>
                  </a:lnTo>
                  <a:lnTo>
                    <a:pt x="1019" y="2611"/>
                  </a:lnTo>
                  <a:lnTo>
                    <a:pt x="1006" y="2600"/>
                  </a:lnTo>
                  <a:lnTo>
                    <a:pt x="994" y="2585"/>
                  </a:lnTo>
                  <a:lnTo>
                    <a:pt x="985" y="2567"/>
                  </a:lnTo>
                  <a:lnTo>
                    <a:pt x="978" y="2549"/>
                  </a:lnTo>
                  <a:lnTo>
                    <a:pt x="972" y="2530"/>
                  </a:lnTo>
                  <a:lnTo>
                    <a:pt x="968" y="2514"/>
                  </a:lnTo>
                  <a:lnTo>
                    <a:pt x="965" y="2501"/>
                  </a:lnTo>
                  <a:lnTo>
                    <a:pt x="960" y="2487"/>
                  </a:lnTo>
                  <a:lnTo>
                    <a:pt x="949" y="2474"/>
                  </a:lnTo>
                  <a:lnTo>
                    <a:pt x="936" y="2464"/>
                  </a:lnTo>
                  <a:lnTo>
                    <a:pt x="925" y="2451"/>
                  </a:lnTo>
                  <a:lnTo>
                    <a:pt x="914" y="2437"/>
                  </a:lnTo>
                  <a:lnTo>
                    <a:pt x="911" y="2427"/>
                  </a:lnTo>
                  <a:lnTo>
                    <a:pt x="907" y="2409"/>
                  </a:lnTo>
                  <a:lnTo>
                    <a:pt x="904" y="2387"/>
                  </a:lnTo>
                  <a:lnTo>
                    <a:pt x="899" y="2359"/>
                  </a:lnTo>
                  <a:lnTo>
                    <a:pt x="896" y="2328"/>
                  </a:lnTo>
                  <a:lnTo>
                    <a:pt x="891" y="2294"/>
                  </a:lnTo>
                  <a:lnTo>
                    <a:pt x="888" y="2259"/>
                  </a:lnTo>
                  <a:lnTo>
                    <a:pt x="883" y="2224"/>
                  </a:lnTo>
                  <a:lnTo>
                    <a:pt x="880" y="2190"/>
                  </a:lnTo>
                  <a:lnTo>
                    <a:pt x="876" y="2159"/>
                  </a:lnTo>
                  <a:lnTo>
                    <a:pt x="871" y="2131"/>
                  </a:lnTo>
                  <a:lnTo>
                    <a:pt x="868" y="2107"/>
                  </a:lnTo>
                  <a:lnTo>
                    <a:pt x="863" y="2079"/>
                  </a:lnTo>
                  <a:lnTo>
                    <a:pt x="856" y="2046"/>
                  </a:lnTo>
                  <a:lnTo>
                    <a:pt x="849" y="2011"/>
                  </a:lnTo>
                  <a:lnTo>
                    <a:pt x="843" y="1975"/>
                  </a:lnTo>
                  <a:lnTo>
                    <a:pt x="836" y="1938"/>
                  </a:lnTo>
                  <a:lnTo>
                    <a:pt x="827" y="1902"/>
                  </a:lnTo>
                  <a:lnTo>
                    <a:pt x="820" y="1867"/>
                  </a:lnTo>
                  <a:lnTo>
                    <a:pt x="814" y="1837"/>
                  </a:lnTo>
                  <a:lnTo>
                    <a:pt x="807" y="1811"/>
                  </a:lnTo>
                  <a:lnTo>
                    <a:pt x="802" y="1791"/>
                  </a:lnTo>
                  <a:lnTo>
                    <a:pt x="795" y="1768"/>
                  </a:lnTo>
                  <a:lnTo>
                    <a:pt x="788" y="1743"/>
                  </a:lnTo>
                  <a:lnTo>
                    <a:pt x="760" y="1662"/>
                  </a:lnTo>
                  <a:lnTo>
                    <a:pt x="751" y="1639"/>
                  </a:lnTo>
                  <a:lnTo>
                    <a:pt x="742" y="1619"/>
                  </a:lnTo>
                  <a:lnTo>
                    <a:pt x="732" y="1605"/>
                  </a:lnTo>
                  <a:lnTo>
                    <a:pt x="725" y="1593"/>
                  </a:lnTo>
                  <a:lnTo>
                    <a:pt x="717" y="1575"/>
                  </a:lnTo>
                  <a:lnTo>
                    <a:pt x="708" y="1553"/>
                  </a:lnTo>
                  <a:lnTo>
                    <a:pt x="698" y="1527"/>
                  </a:lnTo>
                  <a:lnTo>
                    <a:pt x="688" y="1501"/>
                  </a:lnTo>
                  <a:lnTo>
                    <a:pt x="678" y="1474"/>
                  </a:lnTo>
                  <a:lnTo>
                    <a:pt x="669" y="1448"/>
                  </a:lnTo>
                  <a:lnTo>
                    <a:pt x="661" y="1424"/>
                  </a:lnTo>
                  <a:lnTo>
                    <a:pt x="655" y="1404"/>
                  </a:lnTo>
                  <a:lnTo>
                    <a:pt x="650" y="1389"/>
                  </a:lnTo>
                  <a:lnTo>
                    <a:pt x="647" y="1379"/>
                  </a:lnTo>
                  <a:lnTo>
                    <a:pt x="644" y="1375"/>
                  </a:lnTo>
                  <a:lnTo>
                    <a:pt x="642" y="1377"/>
                  </a:lnTo>
                  <a:lnTo>
                    <a:pt x="640" y="1384"/>
                  </a:lnTo>
                  <a:lnTo>
                    <a:pt x="638" y="1396"/>
                  </a:lnTo>
                  <a:lnTo>
                    <a:pt x="636" y="1411"/>
                  </a:lnTo>
                  <a:lnTo>
                    <a:pt x="633" y="1427"/>
                  </a:lnTo>
                  <a:lnTo>
                    <a:pt x="629" y="1446"/>
                  </a:lnTo>
                  <a:lnTo>
                    <a:pt x="625" y="1465"/>
                  </a:lnTo>
                  <a:lnTo>
                    <a:pt x="616" y="1488"/>
                  </a:lnTo>
                  <a:lnTo>
                    <a:pt x="607" y="1517"/>
                  </a:lnTo>
                  <a:lnTo>
                    <a:pt x="597" y="1550"/>
                  </a:lnTo>
                  <a:lnTo>
                    <a:pt x="585" y="1584"/>
                  </a:lnTo>
                  <a:lnTo>
                    <a:pt x="572" y="1619"/>
                  </a:lnTo>
                  <a:lnTo>
                    <a:pt x="561" y="1654"/>
                  </a:lnTo>
                  <a:lnTo>
                    <a:pt x="548" y="1686"/>
                  </a:lnTo>
                  <a:lnTo>
                    <a:pt x="538" y="1712"/>
                  </a:lnTo>
                  <a:lnTo>
                    <a:pt x="526" y="1743"/>
                  </a:lnTo>
                  <a:lnTo>
                    <a:pt x="516" y="1774"/>
                  </a:lnTo>
                  <a:lnTo>
                    <a:pt x="507" y="1807"/>
                  </a:lnTo>
                  <a:lnTo>
                    <a:pt x="499" y="1838"/>
                  </a:lnTo>
                  <a:lnTo>
                    <a:pt x="492" y="1867"/>
                  </a:lnTo>
                  <a:lnTo>
                    <a:pt x="485" y="1892"/>
                  </a:lnTo>
                  <a:lnTo>
                    <a:pt x="479" y="1911"/>
                  </a:lnTo>
                  <a:lnTo>
                    <a:pt x="474" y="1923"/>
                  </a:lnTo>
                  <a:lnTo>
                    <a:pt x="469" y="1942"/>
                  </a:lnTo>
                  <a:lnTo>
                    <a:pt x="463" y="1964"/>
                  </a:lnTo>
                  <a:lnTo>
                    <a:pt x="458" y="1990"/>
                  </a:lnTo>
                  <a:lnTo>
                    <a:pt x="451" y="2019"/>
                  </a:lnTo>
                  <a:lnTo>
                    <a:pt x="444" y="2051"/>
                  </a:lnTo>
                  <a:lnTo>
                    <a:pt x="437" y="2083"/>
                  </a:lnTo>
                  <a:lnTo>
                    <a:pt x="431" y="2116"/>
                  </a:lnTo>
                  <a:lnTo>
                    <a:pt x="424" y="2146"/>
                  </a:lnTo>
                  <a:lnTo>
                    <a:pt x="418" y="2175"/>
                  </a:lnTo>
                  <a:lnTo>
                    <a:pt x="414" y="2201"/>
                  </a:lnTo>
                  <a:lnTo>
                    <a:pt x="410" y="2222"/>
                  </a:lnTo>
                  <a:lnTo>
                    <a:pt x="407" y="2238"/>
                  </a:lnTo>
                  <a:lnTo>
                    <a:pt x="402" y="2265"/>
                  </a:lnTo>
                  <a:lnTo>
                    <a:pt x="390" y="2328"/>
                  </a:lnTo>
                  <a:lnTo>
                    <a:pt x="383" y="2358"/>
                  </a:lnTo>
                  <a:lnTo>
                    <a:pt x="377" y="2386"/>
                  </a:lnTo>
                  <a:lnTo>
                    <a:pt x="368" y="2408"/>
                  </a:lnTo>
                  <a:lnTo>
                    <a:pt x="361" y="2423"/>
                  </a:lnTo>
                  <a:lnTo>
                    <a:pt x="353" y="2438"/>
                  </a:lnTo>
                  <a:lnTo>
                    <a:pt x="349" y="2452"/>
                  </a:lnTo>
                  <a:lnTo>
                    <a:pt x="346" y="2467"/>
                  </a:lnTo>
                  <a:lnTo>
                    <a:pt x="346" y="2531"/>
                  </a:lnTo>
                  <a:lnTo>
                    <a:pt x="345" y="2557"/>
                  </a:lnTo>
                  <a:lnTo>
                    <a:pt x="341" y="2579"/>
                  </a:lnTo>
                  <a:lnTo>
                    <a:pt x="332" y="2599"/>
                  </a:lnTo>
                  <a:lnTo>
                    <a:pt x="326" y="2608"/>
                  </a:lnTo>
                  <a:lnTo>
                    <a:pt x="315" y="2617"/>
                  </a:lnTo>
                  <a:lnTo>
                    <a:pt x="302" y="2629"/>
                  </a:lnTo>
                  <a:lnTo>
                    <a:pt x="287" y="2639"/>
                  </a:lnTo>
                  <a:lnTo>
                    <a:pt x="286" y="2654"/>
                  </a:lnTo>
                  <a:lnTo>
                    <a:pt x="285" y="2671"/>
                  </a:lnTo>
                  <a:lnTo>
                    <a:pt x="284" y="2688"/>
                  </a:lnTo>
                  <a:lnTo>
                    <a:pt x="283" y="2702"/>
                  </a:lnTo>
                  <a:lnTo>
                    <a:pt x="283" y="2714"/>
                  </a:lnTo>
                  <a:lnTo>
                    <a:pt x="281" y="2720"/>
                  </a:lnTo>
                  <a:lnTo>
                    <a:pt x="278" y="2724"/>
                  </a:lnTo>
                  <a:lnTo>
                    <a:pt x="269" y="2730"/>
                  </a:lnTo>
                  <a:lnTo>
                    <a:pt x="258" y="2736"/>
                  </a:lnTo>
                  <a:lnTo>
                    <a:pt x="248" y="2739"/>
                  </a:lnTo>
                  <a:lnTo>
                    <a:pt x="234" y="2742"/>
                  </a:lnTo>
                  <a:lnTo>
                    <a:pt x="222" y="2743"/>
                  </a:lnTo>
                  <a:lnTo>
                    <a:pt x="214" y="2745"/>
                  </a:lnTo>
                  <a:lnTo>
                    <a:pt x="211" y="2748"/>
                  </a:lnTo>
                  <a:lnTo>
                    <a:pt x="210" y="2753"/>
                  </a:lnTo>
                  <a:lnTo>
                    <a:pt x="208" y="2760"/>
                  </a:lnTo>
                  <a:lnTo>
                    <a:pt x="208" y="2768"/>
                  </a:lnTo>
                  <a:lnTo>
                    <a:pt x="206" y="2778"/>
                  </a:lnTo>
                  <a:lnTo>
                    <a:pt x="203" y="2785"/>
                  </a:lnTo>
                  <a:lnTo>
                    <a:pt x="193" y="2793"/>
                  </a:lnTo>
                  <a:lnTo>
                    <a:pt x="183" y="2802"/>
                  </a:lnTo>
                  <a:lnTo>
                    <a:pt x="169" y="2810"/>
                  </a:lnTo>
                  <a:lnTo>
                    <a:pt x="154" y="2820"/>
                  </a:lnTo>
                  <a:lnTo>
                    <a:pt x="140" y="2827"/>
                  </a:lnTo>
                  <a:lnTo>
                    <a:pt x="127" y="2832"/>
                  </a:lnTo>
                  <a:lnTo>
                    <a:pt x="109" y="2837"/>
                  </a:lnTo>
                  <a:lnTo>
                    <a:pt x="88" y="2838"/>
                  </a:lnTo>
                  <a:lnTo>
                    <a:pt x="67" y="2838"/>
                  </a:lnTo>
                  <a:lnTo>
                    <a:pt x="47" y="2837"/>
                  </a:lnTo>
                  <a:lnTo>
                    <a:pt x="29" y="2837"/>
                  </a:lnTo>
                  <a:lnTo>
                    <a:pt x="23" y="2836"/>
                  </a:lnTo>
                  <a:lnTo>
                    <a:pt x="15" y="2835"/>
                  </a:lnTo>
                  <a:lnTo>
                    <a:pt x="6" y="2832"/>
                  </a:lnTo>
                  <a:lnTo>
                    <a:pt x="1" y="2829"/>
                  </a:lnTo>
                  <a:lnTo>
                    <a:pt x="0" y="2823"/>
                  </a:lnTo>
                  <a:lnTo>
                    <a:pt x="0" y="2815"/>
                  </a:lnTo>
                  <a:lnTo>
                    <a:pt x="2" y="2808"/>
                  </a:lnTo>
                  <a:lnTo>
                    <a:pt x="6" y="2800"/>
                  </a:lnTo>
                  <a:lnTo>
                    <a:pt x="8" y="2794"/>
                  </a:lnTo>
                  <a:lnTo>
                    <a:pt x="11" y="2786"/>
                  </a:lnTo>
                  <a:lnTo>
                    <a:pt x="16" y="2772"/>
                  </a:lnTo>
                  <a:lnTo>
                    <a:pt x="21" y="2757"/>
                  </a:lnTo>
                  <a:lnTo>
                    <a:pt x="28" y="2742"/>
                  </a:lnTo>
                  <a:lnTo>
                    <a:pt x="36" y="2729"/>
                  </a:lnTo>
                  <a:lnTo>
                    <a:pt x="42" y="2722"/>
                  </a:lnTo>
                  <a:lnTo>
                    <a:pt x="48" y="2710"/>
                  </a:lnTo>
                  <a:lnTo>
                    <a:pt x="58" y="2695"/>
                  </a:lnTo>
                  <a:lnTo>
                    <a:pt x="68" y="2680"/>
                  </a:lnTo>
                  <a:lnTo>
                    <a:pt x="79" y="2663"/>
                  </a:lnTo>
                  <a:lnTo>
                    <a:pt x="89" y="2646"/>
                  </a:lnTo>
                  <a:lnTo>
                    <a:pt x="98" y="2631"/>
                  </a:lnTo>
                  <a:lnTo>
                    <a:pt x="105" y="2620"/>
                  </a:lnTo>
                  <a:lnTo>
                    <a:pt x="102" y="2611"/>
                  </a:lnTo>
                  <a:lnTo>
                    <a:pt x="102" y="2601"/>
                  </a:lnTo>
                  <a:lnTo>
                    <a:pt x="104" y="2589"/>
                  </a:lnTo>
                  <a:lnTo>
                    <a:pt x="113" y="2564"/>
                  </a:lnTo>
                  <a:lnTo>
                    <a:pt x="117" y="2551"/>
                  </a:lnTo>
                  <a:lnTo>
                    <a:pt x="118" y="2542"/>
                  </a:lnTo>
                  <a:lnTo>
                    <a:pt x="115" y="2535"/>
                  </a:lnTo>
                  <a:lnTo>
                    <a:pt x="106" y="2528"/>
                  </a:lnTo>
                  <a:lnTo>
                    <a:pt x="95" y="2518"/>
                  </a:lnTo>
                  <a:lnTo>
                    <a:pt x="89" y="2509"/>
                  </a:lnTo>
                  <a:lnTo>
                    <a:pt x="86" y="2495"/>
                  </a:lnTo>
                  <a:lnTo>
                    <a:pt x="86" y="2477"/>
                  </a:lnTo>
                  <a:lnTo>
                    <a:pt x="88" y="2456"/>
                  </a:lnTo>
                  <a:lnTo>
                    <a:pt x="91" y="2431"/>
                  </a:lnTo>
                  <a:lnTo>
                    <a:pt x="96" y="2404"/>
                  </a:lnTo>
                  <a:lnTo>
                    <a:pt x="102" y="2378"/>
                  </a:lnTo>
                  <a:lnTo>
                    <a:pt x="106" y="2349"/>
                  </a:lnTo>
                  <a:lnTo>
                    <a:pt x="117" y="2294"/>
                  </a:lnTo>
                  <a:lnTo>
                    <a:pt x="130" y="2243"/>
                  </a:lnTo>
                  <a:lnTo>
                    <a:pt x="144" y="2193"/>
                  </a:lnTo>
                  <a:lnTo>
                    <a:pt x="157" y="2142"/>
                  </a:lnTo>
                  <a:lnTo>
                    <a:pt x="163" y="2118"/>
                  </a:lnTo>
                  <a:lnTo>
                    <a:pt x="170" y="2093"/>
                  </a:lnTo>
                  <a:lnTo>
                    <a:pt x="178" y="2066"/>
                  </a:lnTo>
                  <a:lnTo>
                    <a:pt x="185" y="2038"/>
                  </a:lnTo>
                  <a:lnTo>
                    <a:pt x="199" y="1985"/>
                  </a:lnTo>
                  <a:lnTo>
                    <a:pt x="205" y="1961"/>
                  </a:lnTo>
                  <a:lnTo>
                    <a:pt x="211" y="1940"/>
                  </a:lnTo>
                  <a:lnTo>
                    <a:pt x="215" y="1924"/>
                  </a:lnTo>
                  <a:lnTo>
                    <a:pt x="218" y="1912"/>
                  </a:lnTo>
                  <a:lnTo>
                    <a:pt x="220" y="1898"/>
                  </a:lnTo>
                  <a:lnTo>
                    <a:pt x="220" y="1883"/>
                  </a:lnTo>
                  <a:lnTo>
                    <a:pt x="218" y="1867"/>
                  </a:lnTo>
                  <a:lnTo>
                    <a:pt x="217" y="1850"/>
                  </a:lnTo>
                  <a:lnTo>
                    <a:pt x="219" y="1830"/>
                  </a:lnTo>
                  <a:lnTo>
                    <a:pt x="223" y="1809"/>
                  </a:lnTo>
                  <a:lnTo>
                    <a:pt x="229" y="1786"/>
                  </a:lnTo>
                  <a:lnTo>
                    <a:pt x="232" y="1759"/>
                  </a:lnTo>
                  <a:lnTo>
                    <a:pt x="232" y="1731"/>
                  </a:lnTo>
                  <a:lnTo>
                    <a:pt x="230" y="1703"/>
                  </a:lnTo>
                  <a:lnTo>
                    <a:pt x="228" y="1678"/>
                  </a:lnTo>
                  <a:lnTo>
                    <a:pt x="225" y="1654"/>
                  </a:lnTo>
                  <a:lnTo>
                    <a:pt x="223" y="1639"/>
                  </a:lnTo>
                  <a:lnTo>
                    <a:pt x="225" y="1619"/>
                  </a:lnTo>
                  <a:lnTo>
                    <a:pt x="226" y="1596"/>
                  </a:lnTo>
                  <a:lnTo>
                    <a:pt x="229" y="1572"/>
                  </a:lnTo>
                  <a:lnTo>
                    <a:pt x="234" y="1547"/>
                  </a:lnTo>
                  <a:lnTo>
                    <a:pt x="239" y="1522"/>
                  </a:lnTo>
                  <a:lnTo>
                    <a:pt x="242" y="1498"/>
                  </a:lnTo>
                  <a:lnTo>
                    <a:pt x="247" y="1479"/>
                  </a:lnTo>
                  <a:lnTo>
                    <a:pt x="249" y="1462"/>
                  </a:lnTo>
                  <a:lnTo>
                    <a:pt x="250" y="1451"/>
                  </a:lnTo>
                  <a:lnTo>
                    <a:pt x="250" y="1430"/>
                  </a:lnTo>
                  <a:lnTo>
                    <a:pt x="248" y="1405"/>
                  </a:lnTo>
                  <a:lnTo>
                    <a:pt x="247" y="1377"/>
                  </a:lnTo>
                  <a:lnTo>
                    <a:pt x="248" y="1347"/>
                  </a:lnTo>
                  <a:lnTo>
                    <a:pt x="252" y="1318"/>
                  </a:lnTo>
                  <a:lnTo>
                    <a:pt x="257" y="1295"/>
                  </a:lnTo>
                  <a:lnTo>
                    <a:pt x="259" y="1269"/>
                  </a:lnTo>
                  <a:lnTo>
                    <a:pt x="261" y="1240"/>
                  </a:lnTo>
                  <a:lnTo>
                    <a:pt x="235" y="1231"/>
                  </a:lnTo>
                  <a:lnTo>
                    <a:pt x="211" y="1223"/>
                  </a:lnTo>
                  <a:lnTo>
                    <a:pt x="190" y="1215"/>
                  </a:lnTo>
                  <a:lnTo>
                    <a:pt x="170" y="1208"/>
                  </a:lnTo>
                  <a:lnTo>
                    <a:pt x="156" y="1203"/>
                  </a:lnTo>
                  <a:lnTo>
                    <a:pt x="146" y="1198"/>
                  </a:lnTo>
                  <a:lnTo>
                    <a:pt x="141" y="1197"/>
                  </a:lnTo>
                  <a:lnTo>
                    <a:pt x="140" y="1194"/>
                  </a:lnTo>
                  <a:lnTo>
                    <a:pt x="141" y="1186"/>
                  </a:lnTo>
                  <a:lnTo>
                    <a:pt x="145" y="1174"/>
                  </a:lnTo>
                  <a:lnTo>
                    <a:pt x="150" y="1160"/>
                  </a:lnTo>
                  <a:lnTo>
                    <a:pt x="168" y="1111"/>
                  </a:lnTo>
                  <a:lnTo>
                    <a:pt x="172" y="1096"/>
                  </a:lnTo>
                  <a:lnTo>
                    <a:pt x="176" y="1083"/>
                  </a:lnTo>
                  <a:lnTo>
                    <a:pt x="178" y="1072"/>
                  </a:lnTo>
                  <a:lnTo>
                    <a:pt x="183" y="1055"/>
                  </a:lnTo>
                  <a:lnTo>
                    <a:pt x="190" y="1036"/>
                  </a:lnTo>
                  <a:lnTo>
                    <a:pt x="197" y="1013"/>
                  </a:lnTo>
                  <a:lnTo>
                    <a:pt x="205" y="989"/>
                  </a:lnTo>
                  <a:lnTo>
                    <a:pt x="213" y="966"/>
                  </a:lnTo>
                  <a:lnTo>
                    <a:pt x="221" y="944"/>
                  </a:lnTo>
                  <a:lnTo>
                    <a:pt x="228" y="923"/>
                  </a:lnTo>
                  <a:lnTo>
                    <a:pt x="235" y="905"/>
                  </a:lnTo>
                  <a:lnTo>
                    <a:pt x="240" y="892"/>
                  </a:lnTo>
                  <a:lnTo>
                    <a:pt x="243" y="884"/>
                  </a:lnTo>
                  <a:lnTo>
                    <a:pt x="246" y="875"/>
                  </a:lnTo>
                  <a:lnTo>
                    <a:pt x="247" y="869"/>
                  </a:lnTo>
                  <a:lnTo>
                    <a:pt x="247" y="866"/>
                  </a:lnTo>
                  <a:lnTo>
                    <a:pt x="244" y="865"/>
                  </a:lnTo>
                  <a:lnTo>
                    <a:pt x="243" y="863"/>
                  </a:lnTo>
                  <a:lnTo>
                    <a:pt x="243" y="860"/>
                  </a:lnTo>
                  <a:lnTo>
                    <a:pt x="249" y="842"/>
                  </a:lnTo>
                  <a:lnTo>
                    <a:pt x="254" y="830"/>
                  </a:lnTo>
                  <a:lnTo>
                    <a:pt x="259" y="816"/>
                  </a:lnTo>
                  <a:lnTo>
                    <a:pt x="266" y="803"/>
                  </a:lnTo>
                  <a:lnTo>
                    <a:pt x="271" y="791"/>
                  </a:lnTo>
                  <a:lnTo>
                    <a:pt x="278" y="776"/>
                  </a:lnTo>
                  <a:lnTo>
                    <a:pt x="285" y="759"/>
                  </a:lnTo>
                  <a:lnTo>
                    <a:pt x="301" y="719"/>
                  </a:lnTo>
                  <a:lnTo>
                    <a:pt x="308" y="699"/>
                  </a:lnTo>
                  <a:lnTo>
                    <a:pt x="315" y="682"/>
                  </a:lnTo>
                  <a:lnTo>
                    <a:pt x="321" y="668"/>
                  </a:lnTo>
                  <a:lnTo>
                    <a:pt x="324" y="659"/>
                  </a:lnTo>
                  <a:lnTo>
                    <a:pt x="328" y="648"/>
                  </a:lnTo>
                  <a:lnTo>
                    <a:pt x="328" y="641"/>
                  </a:lnTo>
                  <a:lnTo>
                    <a:pt x="326" y="638"/>
                  </a:lnTo>
                  <a:lnTo>
                    <a:pt x="323" y="637"/>
                  </a:lnTo>
                  <a:lnTo>
                    <a:pt x="320" y="635"/>
                  </a:lnTo>
                  <a:lnTo>
                    <a:pt x="314" y="634"/>
                  </a:lnTo>
                  <a:lnTo>
                    <a:pt x="305" y="632"/>
                  </a:lnTo>
                  <a:lnTo>
                    <a:pt x="297" y="627"/>
                  </a:lnTo>
                  <a:lnTo>
                    <a:pt x="284" y="619"/>
                  </a:lnTo>
                  <a:lnTo>
                    <a:pt x="270" y="615"/>
                  </a:lnTo>
                  <a:lnTo>
                    <a:pt x="265" y="610"/>
                  </a:lnTo>
                  <a:lnTo>
                    <a:pt x="258" y="599"/>
                  </a:lnTo>
                  <a:lnTo>
                    <a:pt x="241" y="558"/>
                  </a:lnTo>
                  <a:lnTo>
                    <a:pt x="236" y="547"/>
                  </a:lnTo>
                  <a:lnTo>
                    <a:pt x="233" y="535"/>
                  </a:lnTo>
                  <a:lnTo>
                    <a:pt x="232" y="521"/>
                  </a:lnTo>
                  <a:lnTo>
                    <a:pt x="230" y="505"/>
                  </a:lnTo>
                  <a:lnTo>
                    <a:pt x="229" y="490"/>
                  </a:lnTo>
                  <a:lnTo>
                    <a:pt x="228" y="477"/>
                  </a:lnTo>
                  <a:lnTo>
                    <a:pt x="227" y="470"/>
                  </a:lnTo>
                  <a:lnTo>
                    <a:pt x="226" y="462"/>
                  </a:lnTo>
                  <a:lnTo>
                    <a:pt x="223" y="451"/>
                  </a:lnTo>
                  <a:lnTo>
                    <a:pt x="222" y="437"/>
                  </a:lnTo>
                  <a:lnTo>
                    <a:pt x="222" y="425"/>
                  </a:lnTo>
                  <a:lnTo>
                    <a:pt x="225" y="417"/>
                  </a:lnTo>
                  <a:lnTo>
                    <a:pt x="227" y="411"/>
                  </a:lnTo>
                  <a:lnTo>
                    <a:pt x="228" y="401"/>
                  </a:lnTo>
                  <a:lnTo>
                    <a:pt x="229" y="388"/>
                  </a:lnTo>
                  <a:lnTo>
                    <a:pt x="229" y="374"/>
                  </a:lnTo>
                  <a:lnTo>
                    <a:pt x="228" y="362"/>
                  </a:lnTo>
                  <a:lnTo>
                    <a:pt x="223" y="344"/>
                  </a:lnTo>
                  <a:lnTo>
                    <a:pt x="226" y="333"/>
                  </a:lnTo>
                  <a:lnTo>
                    <a:pt x="230" y="323"/>
                  </a:lnTo>
                  <a:lnTo>
                    <a:pt x="236" y="313"/>
                  </a:lnTo>
                  <a:lnTo>
                    <a:pt x="242" y="309"/>
                  </a:lnTo>
                  <a:lnTo>
                    <a:pt x="247" y="303"/>
                  </a:lnTo>
                  <a:lnTo>
                    <a:pt x="249" y="295"/>
                  </a:lnTo>
                  <a:lnTo>
                    <a:pt x="249" y="281"/>
                  </a:lnTo>
                  <a:lnTo>
                    <a:pt x="251" y="260"/>
                  </a:lnTo>
                  <a:lnTo>
                    <a:pt x="254" y="249"/>
                  </a:lnTo>
                  <a:lnTo>
                    <a:pt x="256" y="244"/>
                  </a:lnTo>
                  <a:lnTo>
                    <a:pt x="257" y="238"/>
                  </a:lnTo>
                  <a:lnTo>
                    <a:pt x="256" y="226"/>
                  </a:lnTo>
                  <a:lnTo>
                    <a:pt x="255" y="212"/>
                  </a:lnTo>
                  <a:lnTo>
                    <a:pt x="255" y="180"/>
                  </a:lnTo>
                  <a:lnTo>
                    <a:pt x="257" y="159"/>
                  </a:lnTo>
                  <a:lnTo>
                    <a:pt x="264" y="137"/>
                  </a:lnTo>
                  <a:lnTo>
                    <a:pt x="273" y="118"/>
                  </a:lnTo>
                  <a:lnTo>
                    <a:pt x="284" y="104"/>
                  </a:lnTo>
                  <a:lnTo>
                    <a:pt x="294" y="97"/>
                  </a:lnTo>
                  <a:lnTo>
                    <a:pt x="309" y="91"/>
                  </a:lnTo>
                  <a:lnTo>
                    <a:pt x="329" y="86"/>
                  </a:lnTo>
                  <a:lnTo>
                    <a:pt x="349" y="84"/>
                  </a:lnTo>
                  <a:lnTo>
                    <a:pt x="367" y="82"/>
                  </a:lnTo>
                  <a:lnTo>
                    <a:pt x="400" y="80"/>
                  </a:lnTo>
                  <a:lnTo>
                    <a:pt x="419" y="77"/>
                  </a:lnTo>
                  <a:lnTo>
                    <a:pt x="440" y="75"/>
                  </a:lnTo>
                  <a:lnTo>
                    <a:pt x="460" y="73"/>
                  </a:lnTo>
                  <a:lnTo>
                    <a:pt x="479" y="71"/>
                  </a:lnTo>
                  <a:lnTo>
                    <a:pt x="492" y="70"/>
                  </a:lnTo>
                  <a:lnTo>
                    <a:pt x="504" y="68"/>
                  </a:lnTo>
                  <a:lnTo>
                    <a:pt x="513" y="61"/>
                  </a:lnTo>
                  <a:lnTo>
                    <a:pt x="523" y="53"/>
                  </a:lnTo>
                  <a:lnTo>
                    <a:pt x="528" y="45"/>
                  </a:lnTo>
                  <a:lnTo>
                    <a:pt x="533" y="38"/>
                  </a:lnTo>
                  <a:lnTo>
                    <a:pt x="534" y="35"/>
                  </a:lnTo>
                  <a:lnTo>
                    <a:pt x="538" y="30"/>
                  </a:lnTo>
                  <a:lnTo>
                    <a:pt x="542" y="20"/>
                  </a:lnTo>
                  <a:lnTo>
                    <a:pt x="546" y="12"/>
                  </a:lnTo>
                  <a:lnTo>
                    <a:pt x="552" y="0"/>
                  </a:lnTo>
                  <a:close/>
                </a:path>
              </a:pathLst>
            </a:custGeom>
            <a:grpFill/>
            <a:ln w="0">
              <a:noFill/>
              <a:prstDash val="solid"/>
              <a:round/>
            </a:ln>
          </p:spPr>
          <p:txBody>
            <a:bodyPr vert="horz" wrap="square" lIns="91416" tIns="45708" rIns="91416" bIns="45708" numCol="1" anchor="t" anchorCtr="0" compatLnSpc="1"/>
            <a:lstStyle/>
            <a:p>
              <a:endParaRPr lang="en-US" sz="2400"/>
            </a:p>
          </p:txBody>
        </p:sp>
      </p:grpSp>
      <p:grpSp>
        <p:nvGrpSpPr>
          <p:cNvPr id="9" name="Group 8"/>
          <p:cNvGrpSpPr/>
          <p:nvPr/>
        </p:nvGrpSpPr>
        <p:grpSpPr>
          <a:xfrm>
            <a:off x="5397836" y="3349961"/>
            <a:ext cx="5714999" cy="1259474"/>
            <a:chOff x="3427412" y="4495800"/>
            <a:chExt cx="5715000" cy="1259474"/>
          </a:xfrm>
        </p:grpSpPr>
        <p:sp>
          <p:nvSpPr>
            <p:cNvPr id="10" name="TextBox 9"/>
            <p:cNvSpPr txBox="1"/>
            <p:nvPr/>
          </p:nvSpPr>
          <p:spPr>
            <a:xfrm>
              <a:off x="4725052" y="4672065"/>
              <a:ext cx="3119755" cy="829945"/>
            </a:xfrm>
            <a:prstGeom prst="rect">
              <a:avLst/>
            </a:prstGeom>
            <a:noFill/>
          </p:spPr>
          <p:txBody>
            <a:bodyPr wrap="none" rtlCol="0" anchor="ctr">
              <a:spAutoFit/>
            </a:bodyPr>
            <a:lstStyle/>
            <a:p>
              <a:pPr algn="ctr"/>
              <a:r>
                <a:rPr lang="en-US" sz="4800" b="1" dirty="0">
                  <a:solidFill>
                    <a:prstClr val="white"/>
                  </a:solidFill>
                  <a:latin typeface="Segoe UI Light" panose="020B0502040204020203" pitchFamily="34" charset="0"/>
                </a:rPr>
                <a:t>Uniqueness</a:t>
              </a:r>
              <a:endParaRPr lang="en-US" sz="4800" b="1" dirty="0">
                <a:solidFill>
                  <a:prstClr val="white"/>
                </a:solidFill>
                <a:latin typeface="Segoe UI Light" panose="020B0502040204020203" pitchFamily="34" charset="0"/>
              </a:endParaRPr>
            </a:p>
          </p:txBody>
        </p:sp>
        <p:grpSp>
          <p:nvGrpSpPr>
            <p:cNvPr id="11" name="Group 10"/>
            <p:cNvGrpSpPr/>
            <p:nvPr/>
          </p:nvGrpSpPr>
          <p:grpSpPr>
            <a:xfrm>
              <a:off x="3427412" y="4495800"/>
              <a:ext cx="5715000" cy="1259474"/>
              <a:chOff x="3427412" y="4495800"/>
              <a:chExt cx="5715000" cy="1259474"/>
            </a:xfrm>
          </p:grpSpPr>
          <p:cxnSp>
            <p:nvCxnSpPr>
              <p:cNvPr id="12" name="Straight Connector 11"/>
              <p:cNvCxnSpPr/>
              <p:nvPr/>
            </p:nvCxnSpPr>
            <p:spPr>
              <a:xfrm>
                <a:off x="3427412" y="4495800"/>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27412" y="5753686"/>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306" y="152400"/>
            <a:ext cx="11074400" cy="1143000"/>
          </a:xfrm>
        </p:spPr>
        <p:txBody>
          <a:bodyPr>
            <a:normAutofit/>
          </a:bodyPr>
          <a:lstStyle/>
          <a:p>
            <a:r>
              <a:rPr lang="en-US" sz="4800" b="1" u="sng" dirty="0" smtClean="0">
                <a:solidFill>
                  <a:schemeClr val="bg1"/>
                </a:solidFill>
              </a:rPr>
              <a:t>Uniqueness</a:t>
            </a:r>
            <a:endParaRPr lang="en-US" sz="4800" b="1" u="sng" dirty="0" smtClean="0">
              <a:solidFill>
                <a:schemeClr val="bg1"/>
              </a:solidFill>
            </a:endParaRPr>
          </a:p>
        </p:txBody>
      </p:sp>
      <p:sp>
        <p:nvSpPr>
          <p:cNvPr id="3" name="TextBox 2"/>
          <p:cNvSpPr txBox="1"/>
          <p:nvPr/>
        </p:nvSpPr>
        <p:spPr>
          <a:xfrm>
            <a:off x="457200" y="1595120"/>
            <a:ext cx="7807325" cy="5262245"/>
          </a:xfrm>
          <a:prstGeom prst="rect">
            <a:avLst/>
          </a:prstGeom>
          <a:noFill/>
        </p:spPr>
        <p:txBody>
          <a:bodyPr wrap="square" rtlCol="0">
            <a:spAutoFit/>
          </a:bodyPr>
          <a:lstStyle/>
          <a:p>
            <a:pPr marL="457200" indent="-457200">
              <a:buFont typeface="Wingdings" panose="05000000000000000000" charset="0"/>
              <a:buChar char="Ø"/>
            </a:pPr>
            <a:r>
              <a:rPr lang="en-US" dirty="0">
                <a:solidFill>
                  <a:schemeClr val="bg1"/>
                </a:solidFill>
              </a:rPr>
              <a:t>SafeSwitch(SmartSoc) brings </a:t>
            </a:r>
            <a:r>
              <a:rPr lang="en-US" b="1" dirty="0">
                <a:solidFill>
                  <a:schemeClr val="bg1"/>
                </a:solidFill>
              </a:rPr>
              <a:t>automation</a:t>
            </a:r>
            <a:r>
              <a:rPr lang="en-US" dirty="0">
                <a:solidFill>
                  <a:schemeClr val="bg1"/>
                </a:solidFill>
              </a:rPr>
              <a:t>, </a:t>
            </a:r>
            <a:r>
              <a:rPr lang="en-US" b="1" dirty="0">
                <a:solidFill>
                  <a:schemeClr val="bg1"/>
                </a:solidFill>
              </a:rPr>
              <a:t>remote control</a:t>
            </a:r>
            <a:r>
              <a:rPr lang="en-US" dirty="0">
                <a:solidFill>
                  <a:schemeClr val="bg1"/>
                </a:solidFill>
              </a:rPr>
              <a:t>, and</a:t>
            </a:r>
            <a:r>
              <a:rPr lang="en-US" b="1" dirty="0">
                <a:solidFill>
                  <a:schemeClr val="bg1"/>
                </a:solidFill>
              </a:rPr>
              <a:t> energy-consciousness</a:t>
            </a:r>
            <a:r>
              <a:rPr lang="en-US" dirty="0">
                <a:solidFill>
                  <a:schemeClr val="bg1"/>
                </a:solidFill>
              </a:rPr>
              <a:t> into a single, powerful device. </a:t>
            </a:r>
            <a:endParaRPr lang="en-US" dirty="0">
              <a:solidFill>
                <a:schemeClr val="bg1"/>
              </a:solidFill>
            </a:endParaRPr>
          </a:p>
          <a:p>
            <a:endParaRPr lang="en-US" dirty="0">
              <a:solidFill>
                <a:schemeClr val="bg1"/>
              </a:solidFill>
            </a:endParaRPr>
          </a:p>
          <a:p>
            <a:pPr marL="457200" indent="-457200">
              <a:buFont typeface="Wingdings" panose="05000000000000000000" charset="0"/>
              <a:buChar char="Ø"/>
            </a:pPr>
            <a:r>
              <a:rPr lang="en-US" dirty="0">
                <a:solidFill>
                  <a:schemeClr val="bg1"/>
                </a:solidFill>
              </a:rPr>
              <a:t>It creates customized schedules for multiple appliances, </a:t>
            </a:r>
            <a:endParaRPr lang="en-US" dirty="0">
              <a:solidFill>
                <a:schemeClr val="bg1"/>
              </a:solidFill>
            </a:endParaRPr>
          </a:p>
          <a:p>
            <a:endParaRPr lang="en-US" dirty="0">
              <a:solidFill>
                <a:schemeClr val="bg1"/>
              </a:solidFill>
            </a:endParaRPr>
          </a:p>
          <a:p>
            <a:pPr marL="457200" indent="-457200">
              <a:buFont typeface="Wingdings" panose="05000000000000000000" charset="0"/>
              <a:buChar char="Ø"/>
            </a:pPr>
            <a:r>
              <a:rPr lang="en-US" dirty="0">
                <a:solidFill>
                  <a:schemeClr val="bg1"/>
                </a:solidFill>
              </a:rPr>
              <a:t>Sensor integration options (Home Automation), sets it apart in the market.</a:t>
            </a:r>
            <a:endParaRPr lang="en-US" dirty="0">
              <a:solidFill>
                <a:schemeClr val="bg1"/>
              </a:solidFill>
            </a:endParaRPr>
          </a:p>
          <a:p>
            <a:pPr indent="0">
              <a:buFont typeface="Wingdings" panose="05000000000000000000" charset="0"/>
              <a:buNone/>
            </a:pPr>
            <a:endParaRPr lang="en-US" dirty="0">
              <a:solidFill>
                <a:schemeClr val="bg1"/>
              </a:solidFill>
            </a:endParaRPr>
          </a:p>
          <a:p>
            <a:pPr marL="457200" indent="-457200">
              <a:buFont typeface="Wingdings" panose="05000000000000000000" charset="0"/>
              <a:buChar char="Ø"/>
            </a:pPr>
            <a:r>
              <a:rPr lang="en-US" dirty="0">
                <a:solidFill>
                  <a:schemeClr val="bg1"/>
                </a:solidFill>
              </a:rPr>
              <a:t>With </a:t>
            </a:r>
            <a:r>
              <a:rPr lang="en-US" dirty="0">
                <a:solidFill>
                  <a:schemeClr val="bg1"/>
                </a:solidFill>
                <a:sym typeface="+mn-ea"/>
              </a:rPr>
              <a:t>SafeSwitch</a:t>
            </a:r>
            <a:r>
              <a:rPr lang="en-US" dirty="0">
                <a:solidFill>
                  <a:schemeClr val="bg1"/>
                </a:solidFill>
              </a:rPr>
              <a:t>, you're not just controlling sockets – you're shaping a smarter, more efficient future for your home.</a:t>
            </a:r>
            <a:endParaRPr lang="en-US" dirty="0">
              <a:solidFill>
                <a:schemeClr val="bg1"/>
              </a:solidFill>
            </a:endParaRPr>
          </a:p>
          <a:p>
            <a:endParaRPr lang="en-US" dirty="0">
              <a:solidFill>
                <a:schemeClr val="bg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Oval 307"/>
          <p:cNvSpPr/>
          <p:nvPr/>
        </p:nvSpPr>
        <p:spPr>
          <a:xfrm>
            <a:off x="2133601" y="5334003"/>
            <a:ext cx="3415567" cy="114621"/>
          </a:xfrm>
          <a:prstGeom prst="ellipse">
            <a:avLst/>
          </a:prstGeom>
          <a:gradFill flip="none" rotWithShape="1">
            <a:gsLst>
              <a:gs pos="0">
                <a:schemeClr val="tx1"/>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algn="ctr" defTabSz="914400">
              <a:defRPr/>
            </a:pPr>
            <a:endParaRPr lang="en-US" sz="1800" kern="0">
              <a:solidFill>
                <a:sysClr val="window" lastClr="FFFFFF"/>
              </a:solidFill>
            </a:endParaRPr>
          </a:p>
        </p:txBody>
      </p:sp>
      <p:sp>
        <p:nvSpPr>
          <p:cNvPr id="309" name="Content Placeholder 4"/>
          <p:cNvSpPr txBox="1"/>
          <p:nvPr/>
        </p:nvSpPr>
        <p:spPr>
          <a:xfrm>
            <a:off x="7071860"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6" name="Group 22"/>
          <p:cNvGrpSpPr/>
          <p:nvPr/>
        </p:nvGrpSpPr>
        <p:grpSpPr>
          <a:xfrm>
            <a:off x="3401060" y="3170203"/>
            <a:ext cx="880645" cy="2218049"/>
            <a:chOff x="4413250" y="1588"/>
            <a:chExt cx="2041525" cy="5141912"/>
          </a:xfrm>
          <a:solidFill>
            <a:schemeClr val="tx1">
              <a:alpha val="65000"/>
            </a:schemeClr>
          </a:solidFill>
          <a:effectLst/>
        </p:grpSpPr>
        <p:sp>
          <p:nvSpPr>
            <p:cNvPr id="7" name="Freeform 13"/>
            <p:cNvSpPr/>
            <p:nvPr/>
          </p:nvSpPr>
          <p:spPr bwMode="auto">
            <a:xfrm>
              <a:off x="5189538" y="1588"/>
              <a:ext cx="522288" cy="833438"/>
            </a:xfrm>
            <a:custGeom>
              <a:avLst/>
              <a:gdLst/>
              <a:ahLst/>
              <a:cxnLst>
                <a:cxn ang="0">
                  <a:pos x="159" y="0"/>
                </a:cxn>
                <a:cxn ang="0">
                  <a:pos x="198" y="5"/>
                </a:cxn>
                <a:cxn ang="0">
                  <a:pos x="236" y="15"/>
                </a:cxn>
                <a:cxn ang="0">
                  <a:pos x="260" y="32"/>
                </a:cxn>
                <a:cxn ang="0">
                  <a:pos x="272" y="49"/>
                </a:cxn>
                <a:cxn ang="0">
                  <a:pos x="279" y="62"/>
                </a:cxn>
                <a:cxn ang="0">
                  <a:pos x="289" y="87"/>
                </a:cxn>
                <a:cxn ang="0">
                  <a:pos x="301" y="130"/>
                </a:cxn>
                <a:cxn ang="0">
                  <a:pos x="305" y="155"/>
                </a:cxn>
                <a:cxn ang="0">
                  <a:pos x="306" y="183"/>
                </a:cxn>
                <a:cxn ang="0">
                  <a:pos x="307" y="201"/>
                </a:cxn>
                <a:cxn ang="0">
                  <a:pos x="312" y="198"/>
                </a:cxn>
                <a:cxn ang="0">
                  <a:pos x="319" y="194"/>
                </a:cxn>
                <a:cxn ang="0">
                  <a:pos x="325" y="198"/>
                </a:cxn>
                <a:cxn ang="0">
                  <a:pos x="329" y="218"/>
                </a:cxn>
                <a:cxn ang="0">
                  <a:pos x="328" y="240"/>
                </a:cxn>
                <a:cxn ang="0">
                  <a:pos x="322" y="269"/>
                </a:cxn>
                <a:cxn ang="0">
                  <a:pos x="316" y="290"/>
                </a:cxn>
                <a:cxn ang="0">
                  <a:pos x="313" y="296"/>
                </a:cxn>
                <a:cxn ang="0">
                  <a:pos x="309" y="296"/>
                </a:cxn>
                <a:cxn ang="0">
                  <a:pos x="304" y="292"/>
                </a:cxn>
                <a:cxn ang="0">
                  <a:pos x="299" y="291"/>
                </a:cxn>
                <a:cxn ang="0">
                  <a:pos x="298" y="298"/>
                </a:cxn>
                <a:cxn ang="0">
                  <a:pos x="293" y="315"/>
                </a:cxn>
                <a:cxn ang="0">
                  <a:pos x="279" y="351"/>
                </a:cxn>
                <a:cxn ang="0">
                  <a:pos x="274" y="368"/>
                </a:cxn>
                <a:cxn ang="0">
                  <a:pos x="272" y="398"/>
                </a:cxn>
                <a:cxn ang="0">
                  <a:pos x="274" y="428"/>
                </a:cxn>
                <a:cxn ang="0">
                  <a:pos x="181" y="525"/>
                </a:cxn>
                <a:cxn ang="0">
                  <a:pos x="126" y="483"/>
                </a:cxn>
                <a:cxn ang="0">
                  <a:pos x="112" y="470"/>
                </a:cxn>
                <a:cxn ang="0">
                  <a:pos x="93" y="450"/>
                </a:cxn>
                <a:cxn ang="0">
                  <a:pos x="76" y="432"/>
                </a:cxn>
                <a:cxn ang="0">
                  <a:pos x="71" y="418"/>
                </a:cxn>
                <a:cxn ang="0">
                  <a:pos x="64" y="389"/>
                </a:cxn>
                <a:cxn ang="0">
                  <a:pos x="56" y="350"/>
                </a:cxn>
                <a:cxn ang="0">
                  <a:pos x="49" y="321"/>
                </a:cxn>
                <a:cxn ang="0">
                  <a:pos x="46" y="308"/>
                </a:cxn>
                <a:cxn ang="0">
                  <a:pos x="39" y="299"/>
                </a:cxn>
                <a:cxn ang="0">
                  <a:pos x="35" y="306"/>
                </a:cxn>
                <a:cxn ang="0">
                  <a:pos x="25" y="305"/>
                </a:cxn>
                <a:cxn ang="0">
                  <a:pos x="18" y="292"/>
                </a:cxn>
                <a:cxn ang="0">
                  <a:pos x="10" y="271"/>
                </a:cxn>
                <a:cxn ang="0">
                  <a:pos x="3" y="254"/>
                </a:cxn>
                <a:cxn ang="0">
                  <a:pos x="0" y="230"/>
                </a:cxn>
                <a:cxn ang="0">
                  <a:pos x="2" y="207"/>
                </a:cxn>
                <a:cxn ang="0">
                  <a:pos x="8" y="204"/>
                </a:cxn>
                <a:cxn ang="0">
                  <a:pos x="17" y="213"/>
                </a:cxn>
                <a:cxn ang="0">
                  <a:pos x="24" y="222"/>
                </a:cxn>
                <a:cxn ang="0">
                  <a:pos x="24" y="220"/>
                </a:cxn>
                <a:cxn ang="0">
                  <a:pos x="23" y="207"/>
                </a:cxn>
                <a:cxn ang="0">
                  <a:pos x="22" y="178"/>
                </a:cxn>
                <a:cxn ang="0">
                  <a:pos x="23" y="144"/>
                </a:cxn>
                <a:cxn ang="0">
                  <a:pos x="27" y="96"/>
                </a:cxn>
                <a:cxn ang="0">
                  <a:pos x="31" y="80"/>
                </a:cxn>
                <a:cxn ang="0">
                  <a:pos x="43" y="60"/>
                </a:cxn>
                <a:cxn ang="0">
                  <a:pos x="57" y="37"/>
                </a:cxn>
                <a:cxn ang="0">
                  <a:pos x="67" y="23"/>
                </a:cxn>
                <a:cxn ang="0">
                  <a:pos x="87" y="13"/>
                </a:cxn>
                <a:cxn ang="0">
                  <a:pos x="116" y="5"/>
                </a:cxn>
                <a:cxn ang="0">
                  <a:pos x="141" y="0"/>
                </a:cxn>
              </a:cxnLst>
              <a:rect l="0" t="0" r="r" b="b"/>
              <a:pathLst>
                <a:path w="329" h="525">
                  <a:moveTo>
                    <a:pt x="141" y="0"/>
                  </a:moveTo>
                  <a:lnTo>
                    <a:pt x="159" y="0"/>
                  </a:lnTo>
                  <a:lnTo>
                    <a:pt x="177" y="1"/>
                  </a:lnTo>
                  <a:lnTo>
                    <a:pt x="198" y="5"/>
                  </a:lnTo>
                  <a:lnTo>
                    <a:pt x="220" y="9"/>
                  </a:lnTo>
                  <a:lnTo>
                    <a:pt x="236" y="15"/>
                  </a:lnTo>
                  <a:lnTo>
                    <a:pt x="249" y="22"/>
                  </a:lnTo>
                  <a:lnTo>
                    <a:pt x="260" y="32"/>
                  </a:lnTo>
                  <a:lnTo>
                    <a:pt x="267" y="41"/>
                  </a:lnTo>
                  <a:lnTo>
                    <a:pt x="272" y="49"/>
                  </a:lnTo>
                  <a:lnTo>
                    <a:pt x="276" y="55"/>
                  </a:lnTo>
                  <a:lnTo>
                    <a:pt x="279" y="62"/>
                  </a:lnTo>
                  <a:lnTo>
                    <a:pt x="284" y="73"/>
                  </a:lnTo>
                  <a:lnTo>
                    <a:pt x="289" y="87"/>
                  </a:lnTo>
                  <a:lnTo>
                    <a:pt x="298" y="118"/>
                  </a:lnTo>
                  <a:lnTo>
                    <a:pt x="301" y="130"/>
                  </a:lnTo>
                  <a:lnTo>
                    <a:pt x="304" y="142"/>
                  </a:lnTo>
                  <a:lnTo>
                    <a:pt x="305" y="155"/>
                  </a:lnTo>
                  <a:lnTo>
                    <a:pt x="305" y="169"/>
                  </a:lnTo>
                  <a:lnTo>
                    <a:pt x="306" y="183"/>
                  </a:lnTo>
                  <a:lnTo>
                    <a:pt x="306" y="200"/>
                  </a:lnTo>
                  <a:lnTo>
                    <a:pt x="307" y="201"/>
                  </a:lnTo>
                  <a:lnTo>
                    <a:pt x="309" y="200"/>
                  </a:lnTo>
                  <a:lnTo>
                    <a:pt x="312" y="198"/>
                  </a:lnTo>
                  <a:lnTo>
                    <a:pt x="315" y="196"/>
                  </a:lnTo>
                  <a:lnTo>
                    <a:pt x="319" y="194"/>
                  </a:lnTo>
                  <a:lnTo>
                    <a:pt x="321" y="193"/>
                  </a:lnTo>
                  <a:lnTo>
                    <a:pt x="325" y="198"/>
                  </a:lnTo>
                  <a:lnTo>
                    <a:pt x="328" y="206"/>
                  </a:lnTo>
                  <a:lnTo>
                    <a:pt x="329" y="218"/>
                  </a:lnTo>
                  <a:lnTo>
                    <a:pt x="329" y="227"/>
                  </a:lnTo>
                  <a:lnTo>
                    <a:pt x="328" y="240"/>
                  </a:lnTo>
                  <a:lnTo>
                    <a:pt x="326" y="255"/>
                  </a:lnTo>
                  <a:lnTo>
                    <a:pt x="322" y="269"/>
                  </a:lnTo>
                  <a:lnTo>
                    <a:pt x="319" y="282"/>
                  </a:lnTo>
                  <a:lnTo>
                    <a:pt x="316" y="290"/>
                  </a:lnTo>
                  <a:lnTo>
                    <a:pt x="314" y="293"/>
                  </a:lnTo>
                  <a:lnTo>
                    <a:pt x="313" y="296"/>
                  </a:lnTo>
                  <a:lnTo>
                    <a:pt x="311" y="297"/>
                  </a:lnTo>
                  <a:lnTo>
                    <a:pt x="309" y="296"/>
                  </a:lnTo>
                  <a:lnTo>
                    <a:pt x="305" y="293"/>
                  </a:lnTo>
                  <a:lnTo>
                    <a:pt x="304" y="292"/>
                  </a:lnTo>
                  <a:lnTo>
                    <a:pt x="301" y="291"/>
                  </a:lnTo>
                  <a:lnTo>
                    <a:pt x="299" y="291"/>
                  </a:lnTo>
                  <a:lnTo>
                    <a:pt x="299" y="294"/>
                  </a:lnTo>
                  <a:lnTo>
                    <a:pt x="298" y="298"/>
                  </a:lnTo>
                  <a:lnTo>
                    <a:pt x="298" y="301"/>
                  </a:lnTo>
                  <a:lnTo>
                    <a:pt x="293" y="315"/>
                  </a:lnTo>
                  <a:lnTo>
                    <a:pt x="284" y="339"/>
                  </a:lnTo>
                  <a:lnTo>
                    <a:pt x="279" y="351"/>
                  </a:lnTo>
                  <a:lnTo>
                    <a:pt x="276" y="361"/>
                  </a:lnTo>
                  <a:lnTo>
                    <a:pt x="274" y="368"/>
                  </a:lnTo>
                  <a:lnTo>
                    <a:pt x="272" y="375"/>
                  </a:lnTo>
                  <a:lnTo>
                    <a:pt x="272" y="398"/>
                  </a:lnTo>
                  <a:lnTo>
                    <a:pt x="274" y="411"/>
                  </a:lnTo>
                  <a:lnTo>
                    <a:pt x="274" y="428"/>
                  </a:lnTo>
                  <a:lnTo>
                    <a:pt x="255" y="489"/>
                  </a:lnTo>
                  <a:lnTo>
                    <a:pt x="181" y="525"/>
                  </a:lnTo>
                  <a:lnTo>
                    <a:pt x="129" y="485"/>
                  </a:lnTo>
                  <a:lnTo>
                    <a:pt x="126" y="483"/>
                  </a:lnTo>
                  <a:lnTo>
                    <a:pt x="121" y="478"/>
                  </a:lnTo>
                  <a:lnTo>
                    <a:pt x="112" y="470"/>
                  </a:lnTo>
                  <a:lnTo>
                    <a:pt x="102" y="461"/>
                  </a:lnTo>
                  <a:lnTo>
                    <a:pt x="93" y="450"/>
                  </a:lnTo>
                  <a:lnTo>
                    <a:pt x="83" y="441"/>
                  </a:lnTo>
                  <a:lnTo>
                    <a:pt x="76" y="432"/>
                  </a:lnTo>
                  <a:lnTo>
                    <a:pt x="73" y="426"/>
                  </a:lnTo>
                  <a:lnTo>
                    <a:pt x="71" y="418"/>
                  </a:lnTo>
                  <a:lnTo>
                    <a:pt x="67" y="405"/>
                  </a:lnTo>
                  <a:lnTo>
                    <a:pt x="64" y="389"/>
                  </a:lnTo>
                  <a:lnTo>
                    <a:pt x="59" y="369"/>
                  </a:lnTo>
                  <a:lnTo>
                    <a:pt x="56" y="350"/>
                  </a:lnTo>
                  <a:lnTo>
                    <a:pt x="52" y="334"/>
                  </a:lnTo>
                  <a:lnTo>
                    <a:pt x="49" y="321"/>
                  </a:lnTo>
                  <a:lnTo>
                    <a:pt x="47" y="313"/>
                  </a:lnTo>
                  <a:lnTo>
                    <a:pt x="46" y="308"/>
                  </a:lnTo>
                  <a:lnTo>
                    <a:pt x="45" y="305"/>
                  </a:lnTo>
                  <a:lnTo>
                    <a:pt x="39" y="299"/>
                  </a:lnTo>
                  <a:lnTo>
                    <a:pt x="37" y="301"/>
                  </a:lnTo>
                  <a:lnTo>
                    <a:pt x="35" y="306"/>
                  </a:lnTo>
                  <a:lnTo>
                    <a:pt x="29" y="306"/>
                  </a:lnTo>
                  <a:lnTo>
                    <a:pt x="25" y="305"/>
                  </a:lnTo>
                  <a:lnTo>
                    <a:pt x="22" y="300"/>
                  </a:lnTo>
                  <a:lnTo>
                    <a:pt x="18" y="292"/>
                  </a:lnTo>
                  <a:lnTo>
                    <a:pt x="15" y="283"/>
                  </a:lnTo>
                  <a:lnTo>
                    <a:pt x="10" y="271"/>
                  </a:lnTo>
                  <a:lnTo>
                    <a:pt x="7" y="262"/>
                  </a:lnTo>
                  <a:lnTo>
                    <a:pt x="3" y="254"/>
                  </a:lnTo>
                  <a:lnTo>
                    <a:pt x="0" y="243"/>
                  </a:lnTo>
                  <a:lnTo>
                    <a:pt x="0" y="230"/>
                  </a:lnTo>
                  <a:lnTo>
                    <a:pt x="1" y="218"/>
                  </a:lnTo>
                  <a:lnTo>
                    <a:pt x="2" y="207"/>
                  </a:lnTo>
                  <a:lnTo>
                    <a:pt x="5" y="204"/>
                  </a:lnTo>
                  <a:lnTo>
                    <a:pt x="8" y="204"/>
                  </a:lnTo>
                  <a:lnTo>
                    <a:pt x="13" y="207"/>
                  </a:lnTo>
                  <a:lnTo>
                    <a:pt x="17" y="213"/>
                  </a:lnTo>
                  <a:lnTo>
                    <a:pt x="22" y="218"/>
                  </a:lnTo>
                  <a:lnTo>
                    <a:pt x="24" y="222"/>
                  </a:lnTo>
                  <a:lnTo>
                    <a:pt x="25" y="223"/>
                  </a:lnTo>
                  <a:lnTo>
                    <a:pt x="24" y="220"/>
                  </a:lnTo>
                  <a:lnTo>
                    <a:pt x="24" y="214"/>
                  </a:lnTo>
                  <a:lnTo>
                    <a:pt x="23" y="207"/>
                  </a:lnTo>
                  <a:lnTo>
                    <a:pt x="22" y="201"/>
                  </a:lnTo>
                  <a:lnTo>
                    <a:pt x="22" y="178"/>
                  </a:lnTo>
                  <a:lnTo>
                    <a:pt x="23" y="162"/>
                  </a:lnTo>
                  <a:lnTo>
                    <a:pt x="23" y="144"/>
                  </a:lnTo>
                  <a:lnTo>
                    <a:pt x="25" y="110"/>
                  </a:lnTo>
                  <a:lnTo>
                    <a:pt x="27" y="96"/>
                  </a:lnTo>
                  <a:lnTo>
                    <a:pt x="28" y="87"/>
                  </a:lnTo>
                  <a:lnTo>
                    <a:pt x="31" y="80"/>
                  </a:lnTo>
                  <a:lnTo>
                    <a:pt x="36" y="70"/>
                  </a:lnTo>
                  <a:lnTo>
                    <a:pt x="43" y="60"/>
                  </a:lnTo>
                  <a:lnTo>
                    <a:pt x="50" y="48"/>
                  </a:lnTo>
                  <a:lnTo>
                    <a:pt x="57" y="37"/>
                  </a:lnTo>
                  <a:lnTo>
                    <a:pt x="63" y="29"/>
                  </a:lnTo>
                  <a:lnTo>
                    <a:pt x="67" y="23"/>
                  </a:lnTo>
                  <a:lnTo>
                    <a:pt x="74" y="19"/>
                  </a:lnTo>
                  <a:lnTo>
                    <a:pt x="87" y="13"/>
                  </a:lnTo>
                  <a:lnTo>
                    <a:pt x="102" y="8"/>
                  </a:lnTo>
                  <a:lnTo>
                    <a:pt x="116" y="5"/>
                  </a:lnTo>
                  <a:lnTo>
                    <a:pt x="129" y="1"/>
                  </a:lnTo>
                  <a:lnTo>
                    <a:pt x="141" y="0"/>
                  </a:lnTo>
                  <a:close/>
                </a:path>
              </a:pathLst>
            </a:custGeom>
            <a:grpFill/>
            <a:ln w="0">
              <a:noFill/>
              <a:prstDash val="solid"/>
              <a:round/>
            </a:ln>
          </p:spPr>
          <p:txBody>
            <a:bodyPr vert="horz" wrap="square" lIns="91416" tIns="45708" rIns="91416" bIns="45708" numCol="1" anchor="t" anchorCtr="0" compatLnSpc="1"/>
            <a:lstStyle/>
            <a:p>
              <a:endParaRPr lang="en-US" sz="2400"/>
            </a:p>
          </p:txBody>
        </p:sp>
        <p:sp>
          <p:nvSpPr>
            <p:cNvPr id="8" name="Freeform 14"/>
            <p:cNvSpPr>
              <a:spLocks noEditPoints="1"/>
            </p:cNvSpPr>
            <p:nvPr/>
          </p:nvSpPr>
          <p:spPr bwMode="auto">
            <a:xfrm>
              <a:off x="4413250" y="638175"/>
              <a:ext cx="2041525" cy="4505325"/>
            </a:xfrm>
            <a:custGeom>
              <a:avLst/>
              <a:gdLst/>
              <a:ahLst/>
              <a:cxnLst>
                <a:cxn ang="0">
                  <a:pos x="622" y="852"/>
                </a:cxn>
                <a:cxn ang="0">
                  <a:pos x="758" y="867"/>
                </a:cxn>
                <a:cxn ang="0">
                  <a:pos x="702" y="726"/>
                </a:cxn>
                <a:cxn ang="0">
                  <a:pos x="579" y="68"/>
                </a:cxn>
                <a:cxn ang="0">
                  <a:pos x="674" y="274"/>
                </a:cxn>
                <a:cxn ang="0">
                  <a:pos x="706" y="375"/>
                </a:cxn>
                <a:cxn ang="0">
                  <a:pos x="753" y="100"/>
                </a:cxn>
                <a:cxn ang="0">
                  <a:pos x="789" y="54"/>
                </a:cxn>
                <a:cxn ang="0">
                  <a:pos x="892" y="102"/>
                </a:cxn>
                <a:cxn ang="0">
                  <a:pos x="1052" y="155"/>
                </a:cxn>
                <a:cxn ang="0">
                  <a:pos x="1066" y="241"/>
                </a:cxn>
                <a:cxn ang="0">
                  <a:pos x="1085" y="302"/>
                </a:cxn>
                <a:cxn ang="0">
                  <a:pos x="1125" y="396"/>
                </a:cxn>
                <a:cxn ang="0">
                  <a:pos x="1117" y="552"/>
                </a:cxn>
                <a:cxn ang="0">
                  <a:pos x="1005" y="615"/>
                </a:cxn>
                <a:cxn ang="0">
                  <a:pos x="1018" y="744"/>
                </a:cxn>
                <a:cxn ang="0">
                  <a:pos x="1070" y="911"/>
                </a:cxn>
                <a:cxn ang="0">
                  <a:pos x="1096" y="1052"/>
                </a:cxn>
                <a:cxn ang="0">
                  <a:pos x="1125" y="1267"/>
                </a:cxn>
                <a:cxn ang="0">
                  <a:pos x="1037" y="1409"/>
                </a:cxn>
                <a:cxn ang="0">
                  <a:pos x="1058" y="1682"/>
                </a:cxn>
                <a:cxn ang="0">
                  <a:pos x="1117" y="2030"/>
                </a:cxn>
                <a:cxn ang="0">
                  <a:pos x="1172" y="2349"/>
                </a:cxn>
                <a:cxn ang="0">
                  <a:pos x="1232" y="2504"/>
                </a:cxn>
                <a:cxn ang="0">
                  <a:pos x="1268" y="2725"/>
                </a:cxn>
                <a:cxn ang="0">
                  <a:pos x="1212" y="2823"/>
                </a:cxn>
                <a:cxn ang="0">
                  <a:pos x="1114" y="2791"/>
                </a:cxn>
                <a:cxn ang="0">
                  <a:pos x="1082" y="2737"/>
                </a:cxn>
                <a:cxn ang="0">
                  <a:pos x="1036" y="2670"/>
                </a:cxn>
                <a:cxn ang="0">
                  <a:pos x="978" y="2549"/>
                </a:cxn>
                <a:cxn ang="0">
                  <a:pos x="907" y="2409"/>
                </a:cxn>
                <a:cxn ang="0">
                  <a:pos x="868" y="2107"/>
                </a:cxn>
                <a:cxn ang="0">
                  <a:pos x="802" y="1791"/>
                </a:cxn>
                <a:cxn ang="0">
                  <a:pos x="698" y="1527"/>
                </a:cxn>
                <a:cxn ang="0">
                  <a:pos x="640" y="1384"/>
                </a:cxn>
                <a:cxn ang="0">
                  <a:pos x="572" y="1619"/>
                </a:cxn>
                <a:cxn ang="0">
                  <a:pos x="479" y="1911"/>
                </a:cxn>
                <a:cxn ang="0">
                  <a:pos x="418" y="2175"/>
                </a:cxn>
                <a:cxn ang="0">
                  <a:pos x="353" y="2438"/>
                </a:cxn>
                <a:cxn ang="0">
                  <a:pos x="287" y="2639"/>
                </a:cxn>
                <a:cxn ang="0">
                  <a:pos x="248" y="2739"/>
                </a:cxn>
                <a:cxn ang="0">
                  <a:pos x="193" y="2793"/>
                </a:cxn>
                <a:cxn ang="0">
                  <a:pos x="29" y="2837"/>
                </a:cxn>
                <a:cxn ang="0">
                  <a:pos x="11" y="2786"/>
                </a:cxn>
                <a:cxn ang="0">
                  <a:pos x="89" y="2646"/>
                </a:cxn>
                <a:cxn ang="0">
                  <a:pos x="106" y="2528"/>
                </a:cxn>
                <a:cxn ang="0">
                  <a:pos x="117" y="2294"/>
                </a:cxn>
                <a:cxn ang="0">
                  <a:pos x="211" y="1940"/>
                </a:cxn>
                <a:cxn ang="0">
                  <a:pos x="232" y="1759"/>
                </a:cxn>
                <a:cxn ang="0">
                  <a:pos x="239" y="1522"/>
                </a:cxn>
                <a:cxn ang="0">
                  <a:pos x="257" y="1295"/>
                </a:cxn>
                <a:cxn ang="0">
                  <a:pos x="140" y="1194"/>
                </a:cxn>
                <a:cxn ang="0">
                  <a:pos x="197" y="1013"/>
                </a:cxn>
                <a:cxn ang="0">
                  <a:pos x="247" y="866"/>
                </a:cxn>
                <a:cxn ang="0">
                  <a:pos x="285" y="759"/>
                </a:cxn>
                <a:cxn ang="0">
                  <a:pos x="320" y="635"/>
                </a:cxn>
                <a:cxn ang="0">
                  <a:pos x="233" y="535"/>
                </a:cxn>
                <a:cxn ang="0">
                  <a:pos x="225" y="417"/>
                </a:cxn>
                <a:cxn ang="0">
                  <a:pos x="242" y="309"/>
                </a:cxn>
                <a:cxn ang="0">
                  <a:pos x="255" y="180"/>
                </a:cxn>
                <a:cxn ang="0">
                  <a:pos x="400" y="80"/>
                </a:cxn>
                <a:cxn ang="0">
                  <a:pos x="533" y="38"/>
                </a:cxn>
              </a:cxnLst>
              <a:rect l="0" t="0" r="r" b="b"/>
              <a:pathLst>
                <a:path w="1286" h="2838">
                  <a:moveTo>
                    <a:pt x="693" y="726"/>
                  </a:moveTo>
                  <a:lnTo>
                    <a:pt x="677" y="728"/>
                  </a:lnTo>
                  <a:lnTo>
                    <a:pt x="672" y="732"/>
                  </a:lnTo>
                  <a:lnTo>
                    <a:pt x="666" y="742"/>
                  </a:lnTo>
                  <a:lnTo>
                    <a:pt x="659" y="756"/>
                  </a:lnTo>
                  <a:lnTo>
                    <a:pt x="651" y="774"/>
                  </a:lnTo>
                  <a:lnTo>
                    <a:pt x="644" y="792"/>
                  </a:lnTo>
                  <a:lnTo>
                    <a:pt x="636" y="813"/>
                  </a:lnTo>
                  <a:lnTo>
                    <a:pt x="629" y="833"/>
                  </a:lnTo>
                  <a:lnTo>
                    <a:pt x="622" y="852"/>
                  </a:lnTo>
                  <a:lnTo>
                    <a:pt x="618" y="868"/>
                  </a:lnTo>
                  <a:lnTo>
                    <a:pt x="614" y="881"/>
                  </a:lnTo>
                  <a:lnTo>
                    <a:pt x="608" y="899"/>
                  </a:lnTo>
                  <a:lnTo>
                    <a:pt x="600" y="923"/>
                  </a:lnTo>
                  <a:lnTo>
                    <a:pt x="591" y="948"/>
                  </a:lnTo>
                  <a:lnTo>
                    <a:pt x="780" y="948"/>
                  </a:lnTo>
                  <a:lnTo>
                    <a:pt x="773" y="923"/>
                  </a:lnTo>
                  <a:lnTo>
                    <a:pt x="766" y="901"/>
                  </a:lnTo>
                  <a:lnTo>
                    <a:pt x="761" y="881"/>
                  </a:lnTo>
                  <a:lnTo>
                    <a:pt x="758" y="867"/>
                  </a:lnTo>
                  <a:lnTo>
                    <a:pt x="754" y="854"/>
                  </a:lnTo>
                  <a:lnTo>
                    <a:pt x="750" y="838"/>
                  </a:lnTo>
                  <a:lnTo>
                    <a:pt x="745" y="820"/>
                  </a:lnTo>
                  <a:lnTo>
                    <a:pt x="738" y="802"/>
                  </a:lnTo>
                  <a:lnTo>
                    <a:pt x="732" y="783"/>
                  </a:lnTo>
                  <a:lnTo>
                    <a:pt x="727" y="766"/>
                  </a:lnTo>
                  <a:lnTo>
                    <a:pt x="721" y="752"/>
                  </a:lnTo>
                  <a:lnTo>
                    <a:pt x="714" y="734"/>
                  </a:lnTo>
                  <a:lnTo>
                    <a:pt x="709" y="730"/>
                  </a:lnTo>
                  <a:lnTo>
                    <a:pt x="702" y="726"/>
                  </a:lnTo>
                  <a:lnTo>
                    <a:pt x="693" y="726"/>
                  </a:lnTo>
                  <a:close/>
                  <a:moveTo>
                    <a:pt x="552" y="0"/>
                  </a:moveTo>
                  <a:lnTo>
                    <a:pt x="555" y="2"/>
                  </a:lnTo>
                  <a:lnTo>
                    <a:pt x="556" y="9"/>
                  </a:lnTo>
                  <a:lnTo>
                    <a:pt x="556" y="19"/>
                  </a:lnTo>
                  <a:lnTo>
                    <a:pt x="557" y="31"/>
                  </a:lnTo>
                  <a:lnTo>
                    <a:pt x="561" y="40"/>
                  </a:lnTo>
                  <a:lnTo>
                    <a:pt x="564" y="46"/>
                  </a:lnTo>
                  <a:lnTo>
                    <a:pt x="571" y="56"/>
                  </a:lnTo>
                  <a:lnTo>
                    <a:pt x="579" y="68"/>
                  </a:lnTo>
                  <a:lnTo>
                    <a:pt x="589" y="81"/>
                  </a:lnTo>
                  <a:lnTo>
                    <a:pt x="599" y="96"/>
                  </a:lnTo>
                  <a:lnTo>
                    <a:pt x="608" y="111"/>
                  </a:lnTo>
                  <a:lnTo>
                    <a:pt x="619" y="131"/>
                  </a:lnTo>
                  <a:lnTo>
                    <a:pt x="632" y="156"/>
                  </a:lnTo>
                  <a:lnTo>
                    <a:pt x="643" y="183"/>
                  </a:lnTo>
                  <a:lnTo>
                    <a:pt x="654" y="210"/>
                  </a:lnTo>
                  <a:lnTo>
                    <a:pt x="663" y="234"/>
                  </a:lnTo>
                  <a:lnTo>
                    <a:pt x="669" y="253"/>
                  </a:lnTo>
                  <a:lnTo>
                    <a:pt x="674" y="274"/>
                  </a:lnTo>
                  <a:lnTo>
                    <a:pt x="684" y="316"/>
                  </a:lnTo>
                  <a:lnTo>
                    <a:pt x="688" y="335"/>
                  </a:lnTo>
                  <a:lnTo>
                    <a:pt x="692" y="351"/>
                  </a:lnTo>
                  <a:lnTo>
                    <a:pt x="693" y="362"/>
                  </a:lnTo>
                  <a:lnTo>
                    <a:pt x="693" y="368"/>
                  </a:lnTo>
                  <a:lnTo>
                    <a:pt x="694" y="373"/>
                  </a:lnTo>
                  <a:lnTo>
                    <a:pt x="696" y="377"/>
                  </a:lnTo>
                  <a:lnTo>
                    <a:pt x="698" y="378"/>
                  </a:lnTo>
                  <a:lnTo>
                    <a:pt x="705" y="378"/>
                  </a:lnTo>
                  <a:lnTo>
                    <a:pt x="706" y="375"/>
                  </a:lnTo>
                  <a:lnTo>
                    <a:pt x="706" y="346"/>
                  </a:lnTo>
                  <a:lnTo>
                    <a:pt x="708" y="327"/>
                  </a:lnTo>
                  <a:lnTo>
                    <a:pt x="710" y="305"/>
                  </a:lnTo>
                  <a:lnTo>
                    <a:pt x="721" y="232"/>
                  </a:lnTo>
                  <a:lnTo>
                    <a:pt x="725" y="213"/>
                  </a:lnTo>
                  <a:lnTo>
                    <a:pt x="730" y="191"/>
                  </a:lnTo>
                  <a:lnTo>
                    <a:pt x="736" y="168"/>
                  </a:lnTo>
                  <a:lnTo>
                    <a:pt x="742" y="143"/>
                  </a:lnTo>
                  <a:lnTo>
                    <a:pt x="747" y="121"/>
                  </a:lnTo>
                  <a:lnTo>
                    <a:pt x="753" y="100"/>
                  </a:lnTo>
                  <a:lnTo>
                    <a:pt x="758" y="84"/>
                  </a:lnTo>
                  <a:lnTo>
                    <a:pt x="763" y="73"/>
                  </a:lnTo>
                  <a:lnTo>
                    <a:pt x="767" y="55"/>
                  </a:lnTo>
                  <a:lnTo>
                    <a:pt x="768" y="39"/>
                  </a:lnTo>
                  <a:lnTo>
                    <a:pt x="767" y="26"/>
                  </a:lnTo>
                  <a:lnTo>
                    <a:pt x="766" y="17"/>
                  </a:lnTo>
                  <a:lnTo>
                    <a:pt x="767" y="16"/>
                  </a:lnTo>
                  <a:lnTo>
                    <a:pt x="769" y="19"/>
                  </a:lnTo>
                  <a:lnTo>
                    <a:pt x="778" y="35"/>
                  </a:lnTo>
                  <a:lnTo>
                    <a:pt x="789" y="54"/>
                  </a:lnTo>
                  <a:lnTo>
                    <a:pt x="794" y="61"/>
                  </a:lnTo>
                  <a:lnTo>
                    <a:pt x="801" y="69"/>
                  </a:lnTo>
                  <a:lnTo>
                    <a:pt x="810" y="76"/>
                  </a:lnTo>
                  <a:lnTo>
                    <a:pt x="818" y="83"/>
                  </a:lnTo>
                  <a:lnTo>
                    <a:pt x="825" y="88"/>
                  </a:lnTo>
                  <a:lnTo>
                    <a:pt x="827" y="89"/>
                  </a:lnTo>
                  <a:lnTo>
                    <a:pt x="837" y="92"/>
                  </a:lnTo>
                  <a:lnTo>
                    <a:pt x="851" y="96"/>
                  </a:lnTo>
                  <a:lnTo>
                    <a:pt x="870" y="99"/>
                  </a:lnTo>
                  <a:lnTo>
                    <a:pt x="892" y="102"/>
                  </a:lnTo>
                  <a:lnTo>
                    <a:pt x="916" y="104"/>
                  </a:lnTo>
                  <a:lnTo>
                    <a:pt x="940" y="106"/>
                  </a:lnTo>
                  <a:lnTo>
                    <a:pt x="963" y="109"/>
                  </a:lnTo>
                  <a:lnTo>
                    <a:pt x="983" y="110"/>
                  </a:lnTo>
                  <a:lnTo>
                    <a:pt x="1000" y="112"/>
                  </a:lnTo>
                  <a:lnTo>
                    <a:pt x="1018" y="117"/>
                  </a:lnTo>
                  <a:lnTo>
                    <a:pt x="1030" y="124"/>
                  </a:lnTo>
                  <a:lnTo>
                    <a:pt x="1040" y="133"/>
                  </a:lnTo>
                  <a:lnTo>
                    <a:pt x="1047" y="143"/>
                  </a:lnTo>
                  <a:lnTo>
                    <a:pt x="1052" y="155"/>
                  </a:lnTo>
                  <a:lnTo>
                    <a:pt x="1055" y="166"/>
                  </a:lnTo>
                  <a:lnTo>
                    <a:pt x="1057" y="175"/>
                  </a:lnTo>
                  <a:lnTo>
                    <a:pt x="1058" y="187"/>
                  </a:lnTo>
                  <a:lnTo>
                    <a:pt x="1056" y="199"/>
                  </a:lnTo>
                  <a:lnTo>
                    <a:pt x="1053" y="211"/>
                  </a:lnTo>
                  <a:lnTo>
                    <a:pt x="1050" y="220"/>
                  </a:lnTo>
                  <a:lnTo>
                    <a:pt x="1048" y="226"/>
                  </a:lnTo>
                  <a:lnTo>
                    <a:pt x="1050" y="231"/>
                  </a:lnTo>
                  <a:lnTo>
                    <a:pt x="1062" y="238"/>
                  </a:lnTo>
                  <a:lnTo>
                    <a:pt x="1066" y="241"/>
                  </a:lnTo>
                  <a:lnTo>
                    <a:pt x="1066" y="246"/>
                  </a:lnTo>
                  <a:lnTo>
                    <a:pt x="1062" y="260"/>
                  </a:lnTo>
                  <a:lnTo>
                    <a:pt x="1060" y="266"/>
                  </a:lnTo>
                  <a:lnTo>
                    <a:pt x="1062" y="269"/>
                  </a:lnTo>
                  <a:lnTo>
                    <a:pt x="1066" y="274"/>
                  </a:lnTo>
                  <a:lnTo>
                    <a:pt x="1069" y="278"/>
                  </a:lnTo>
                  <a:lnTo>
                    <a:pt x="1069" y="281"/>
                  </a:lnTo>
                  <a:lnTo>
                    <a:pt x="1070" y="285"/>
                  </a:lnTo>
                  <a:lnTo>
                    <a:pt x="1073" y="290"/>
                  </a:lnTo>
                  <a:lnTo>
                    <a:pt x="1085" y="302"/>
                  </a:lnTo>
                  <a:lnTo>
                    <a:pt x="1089" y="310"/>
                  </a:lnTo>
                  <a:lnTo>
                    <a:pt x="1095" y="324"/>
                  </a:lnTo>
                  <a:lnTo>
                    <a:pt x="1101" y="339"/>
                  </a:lnTo>
                  <a:lnTo>
                    <a:pt x="1108" y="353"/>
                  </a:lnTo>
                  <a:lnTo>
                    <a:pt x="1114" y="363"/>
                  </a:lnTo>
                  <a:lnTo>
                    <a:pt x="1117" y="371"/>
                  </a:lnTo>
                  <a:lnTo>
                    <a:pt x="1118" y="380"/>
                  </a:lnTo>
                  <a:lnTo>
                    <a:pt x="1121" y="388"/>
                  </a:lnTo>
                  <a:lnTo>
                    <a:pt x="1123" y="392"/>
                  </a:lnTo>
                  <a:lnTo>
                    <a:pt x="1125" y="396"/>
                  </a:lnTo>
                  <a:lnTo>
                    <a:pt x="1128" y="402"/>
                  </a:lnTo>
                  <a:lnTo>
                    <a:pt x="1132" y="410"/>
                  </a:lnTo>
                  <a:lnTo>
                    <a:pt x="1136" y="421"/>
                  </a:lnTo>
                  <a:lnTo>
                    <a:pt x="1140" y="438"/>
                  </a:lnTo>
                  <a:lnTo>
                    <a:pt x="1146" y="459"/>
                  </a:lnTo>
                  <a:lnTo>
                    <a:pt x="1147" y="478"/>
                  </a:lnTo>
                  <a:lnTo>
                    <a:pt x="1144" y="497"/>
                  </a:lnTo>
                  <a:lnTo>
                    <a:pt x="1137" y="517"/>
                  </a:lnTo>
                  <a:lnTo>
                    <a:pt x="1128" y="535"/>
                  </a:lnTo>
                  <a:lnTo>
                    <a:pt x="1117" y="552"/>
                  </a:lnTo>
                  <a:lnTo>
                    <a:pt x="1106" y="567"/>
                  </a:lnTo>
                  <a:lnTo>
                    <a:pt x="1095" y="580"/>
                  </a:lnTo>
                  <a:lnTo>
                    <a:pt x="1086" y="590"/>
                  </a:lnTo>
                  <a:lnTo>
                    <a:pt x="1080" y="596"/>
                  </a:lnTo>
                  <a:lnTo>
                    <a:pt x="1072" y="601"/>
                  </a:lnTo>
                  <a:lnTo>
                    <a:pt x="1060" y="604"/>
                  </a:lnTo>
                  <a:lnTo>
                    <a:pt x="1047" y="606"/>
                  </a:lnTo>
                  <a:lnTo>
                    <a:pt x="1031" y="609"/>
                  </a:lnTo>
                  <a:lnTo>
                    <a:pt x="1018" y="612"/>
                  </a:lnTo>
                  <a:lnTo>
                    <a:pt x="1005" y="615"/>
                  </a:lnTo>
                  <a:lnTo>
                    <a:pt x="997" y="618"/>
                  </a:lnTo>
                  <a:lnTo>
                    <a:pt x="993" y="621"/>
                  </a:lnTo>
                  <a:lnTo>
                    <a:pt x="994" y="627"/>
                  </a:lnTo>
                  <a:lnTo>
                    <a:pt x="996" y="639"/>
                  </a:lnTo>
                  <a:lnTo>
                    <a:pt x="999" y="654"/>
                  </a:lnTo>
                  <a:lnTo>
                    <a:pt x="1002" y="672"/>
                  </a:lnTo>
                  <a:lnTo>
                    <a:pt x="1006" y="690"/>
                  </a:lnTo>
                  <a:lnTo>
                    <a:pt x="1011" y="709"/>
                  </a:lnTo>
                  <a:lnTo>
                    <a:pt x="1014" y="727"/>
                  </a:lnTo>
                  <a:lnTo>
                    <a:pt x="1018" y="744"/>
                  </a:lnTo>
                  <a:lnTo>
                    <a:pt x="1021" y="756"/>
                  </a:lnTo>
                  <a:lnTo>
                    <a:pt x="1022" y="766"/>
                  </a:lnTo>
                  <a:lnTo>
                    <a:pt x="1026" y="779"/>
                  </a:lnTo>
                  <a:lnTo>
                    <a:pt x="1030" y="795"/>
                  </a:lnTo>
                  <a:lnTo>
                    <a:pt x="1036" y="813"/>
                  </a:lnTo>
                  <a:lnTo>
                    <a:pt x="1043" y="832"/>
                  </a:lnTo>
                  <a:lnTo>
                    <a:pt x="1050" y="852"/>
                  </a:lnTo>
                  <a:lnTo>
                    <a:pt x="1069" y="898"/>
                  </a:lnTo>
                  <a:lnTo>
                    <a:pt x="1070" y="906"/>
                  </a:lnTo>
                  <a:lnTo>
                    <a:pt x="1070" y="911"/>
                  </a:lnTo>
                  <a:lnTo>
                    <a:pt x="1067" y="912"/>
                  </a:lnTo>
                  <a:lnTo>
                    <a:pt x="1066" y="912"/>
                  </a:lnTo>
                  <a:lnTo>
                    <a:pt x="1065" y="913"/>
                  </a:lnTo>
                  <a:lnTo>
                    <a:pt x="1065" y="920"/>
                  </a:lnTo>
                  <a:lnTo>
                    <a:pt x="1070" y="934"/>
                  </a:lnTo>
                  <a:lnTo>
                    <a:pt x="1073" y="951"/>
                  </a:lnTo>
                  <a:lnTo>
                    <a:pt x="1079" y="972"/>
                  </a:lnTo>
                  <a:lnTo>
                    <a:pt x="1084" y="996"/>
                  </a:lnTo>
                  <a:lnTo>
                    <a:pt x="1089" y="1023"/>
                  </a:lnTo>
                  <a:lnTo>
                    <a:pt x="1096" y="1052"/>
                  </a:lnTo>
                  <a:lnTo>
                    <a:pt x="1108" y="1112"/>
                  </a:lnTo>
                  <a:lnTo>
                    <a:pt x="1115" y="1143"/>
                  </a:lnTo>
                  <a:lnTo>
                    <a:pt x="1120" y="1170"/>
                  </a:lnTo>
                  <a:lnTo>
                    <a:pt x="1125" y="1196"/>
                  </a:lnTo>
                  <a:lnTo>
                    <a:pt x="1129" y="1218"/>
                  </a:lnTo>
                  <a:lnTo>
                    <a:pt x="1132" y="1236"/>
                  </a:lnTo>
                  <a:lnTo>
                    <a:pt x="1135" y="1248"/>
                  </a:lnTo>
                  <a:lnTo>
                    <a:pt x="1136" y="1255"/>
                  </a:lnTo>
                  <a:lnTo>
                    <a:pt x="1133" y="1260"/>
                  </a:lnTo>
                  <a:lnTo>
                    <a:pt x="1125" y="1267"/>
                  </a:lnTo>
                  <a:lnTo>
                    <a:pt x="1111" y="1273"/>
                  </a:lnTo>
                  <a:lnTo>
                    <a:pt x="1094" y="1281"/>
                  </a:lnTo>
                  <a:lnTo>
                    <a:pt x="1074" y="1288"/>
                  </a:lnTo>
                  <a:lnTo>
                    <a:pt x="1053" y="1295"/>
                  </a:lnTo>
                  <a:lnTo>
                    <a:pt x="1031" y="1302"/>
                  </a:lnTo>
                  <a:lnTo>
                    <a:pt x="1035" y="1316"/>
                  </a:lnTo>
                  <a:lnTo>
                    <a:pt x="1037" y="1326"/>
                  </a:lnTo>
                  <a:lnTo>
                    <a:pt x="1038" y="1350"/>
                  </a:lnTo>
                  <a:lnTo>
                    <a:pt x="1038" y="1377"/>
                  </a:lnTo>
                  <a:lnTo>
                    <a:pt x="1037" y="1409"/>
                  </a:lnTo>
                  <a:lnTo>
                    <a:pt x="1037" y="1441"/>
                  </a:lnTo>
                  <a:lnTo>
                    <a:pt x="1036" y="1474"/>
                  </a:lnTo>
                  <a:lnTo>
                    <a:pt x="1035" y="1504"/>
                  </a:lnTo>
                  <a:lnTo>
                    <a:pt x="1035" y="1533"/>
                  </a:lnTo>
                  <a:lnTo>
                    <a:pt x="1036" y="1559"/>
                  </a:lnTo>
                  <a:lnTo>
                    <a:pt x="1038" y="1579"/>
                  </a:lnTo>
                  <a:lnTo>
                    <a:pt x="1042" y="1596"/>
                  </a:lnTo>
                  <a:lnTo>
                    <a:pt x="1047" y="1621"/>
                  </a:lnTo>
                  <a:lnTo>
                    <a:pt x="1051" y="1648"/>
                  </a:lnTo>
                  <a:lnTo>
                    <a:pt x="1058" y="1682"/>
                  </a:lnTo>
                  <a:lnTo>
                    <a:pt x="1065" y="1718"/>
                  </a:lnTo>
                  <a:lnTo>
                    <a:pt x="1072" y="1755"/>
                  </a:lnTo>
                  <a:lnTo>
                    <a:pt x="1078" y="1794"/>
                  </a:lnTo>
                  <a:lnTo>
                    <a:pt x="1085" y="1832"/>
                  </a:lnTo>
                  <a:lnTo>
                    <a:pt x="1092" y="1868"/>
                  </a:lnTo>
                  <a:lnTo>
                    <a:pt x="1096" y="1902"/>
                  </a:lnTo>
                  <a:lnTo>
                    <a:pt x="1101" y="1932"/>
                  </a:lnTo>
                  <a:lnTo>
                    <a:pt x="1106" y="1961"/>
                  </a:lnTo>
                  <a:lnTo>
                    <a:pt x="1110" y="1995"/>
                  </a:lnTo>
                  <a:lnTo>
                    <a:pt x="1117" y="2030"/>
                  </a:lnTo>
                  <a:lnTo>
                    <a:pt x="1131" y="2102"/>
                  </a:lnTo>
                  <a:lnTo>
                    <a:pt x="1138" y="2137"/>
                  </a:lnTo>
                  <a:lnTo>
                    <a:pt x="1145" y="2171"/>
                  </a:lnTo>
                  <a:lnTo>
                    <a:pt x="1151" y="2201"/>
                  </a:lnTo>
                  <a:lnTo>
                    <a:pt x="1157" y="2228"/>
                  </a:lnTo>
                  <a:lnTo>
                    <a:pt x="1161" y="2250"/>
                  </a:lnTo>
                  <a:lnTo>
                    <a:pt x="1165" y="2265"/>
                  </a:lnTo>
                  <a:lnTo>
                    <a:pt x="1168" y="2283"/>
                  </a:lnTo>
                  <a:lnTo>
                    <a:pt x="1169" y="2304"/>
                  </a:lnTo>
                  <a:lnTo>
                    <a:pt x="1172" y="2349"/>
                  </a:lnTo>
                  <a:lnTo>
                    <a:pt x="1174" y="2370"/>
                  </a:lnTo>
                  <a:lnTo>
                    <a:pt x="1176" y="2388"/>
                  </a:lnTo>
                  <a:lnTo>
                    <a:pt x="1180" y="2404"/>
                  </a:lnTo>
                  <a:lnTo>
                    <a:pt x="1186" y="2416"/>
                  </a:lnTo>
                  <a:lnTo>
                    <a:pt x="1201" y="2433"/>
                  </a:lnTo>
                  <a:lnTo>
                    <a:pt x="1215" y="2450"/>
                  </a:lnTo>
                  <a:lnTo>
                    <a:pt x="1225" y="2466"/>
                  </a:lnTo>
                  <a:lnTo>
                    <a:pt x="1232" y="2481"/>
                  </a:lnTo>
                  <a:lnTo>
                    <a:pt x="1233" y="2490"/>
                  </a:lnTo>
                  <a:lnTo>
                    <a:pt x="1232" y="2504"/>
                  </a:lnTo>
                  <a:lnTo>
                    <a:pt x="1231" y="2523"/>
                  </a:lnTo>
                  <a:lnTo>
                    <a:pt x="1227" y="2543"/>
                  </a:lnTo>
                  <a:lnTo>
                    <a:pt x="1224" y="2565"/>
                  </a:lnTo>
                  <a:lnTo>
                    <a:pt x="1220" y="2585"/>
                  </a:lnTo>
                  <a:lnTo>
                    <a:pt x="1217" y="2603"/>
                  </a:lnTo>
                  <a:lnTo>
                    <a:pt x="1211" y="2627"/>
                  </a:lnTo>
                  <a:lnTo>
                    <a:pt x="1222" y="2649"/>
                  </a:lnTo>
                  <a:lnTo>
                    <a:pt x="1233" y="2670"/>
                  </a:lnTo>
                  <a:lnTo>
                    <a:pt x="1256" y="2709"/>
                  </a:lnTo>
                  <a:lnTo>
                    <a:pt x="1268" y="2725"/>
                  </a:lnTo>
                  <a:lnTo>
                    <a:pt x="1277" y="2741"/>
                  </a:lnTo>
                  <a:lnTo>
                    <a:pt x="1283" y="2752"/>
                  </a:lnTo>
                  <a:lnTo>
                    <a:pt x="1286" y="2768"/>
                  </a:lnTo>
                  <a:lnTo>
                    <a:pt x="1284" y="2785"/>
                  </a:lnTo>
                  <a:lnTo>
                    <a:pt x="1278" y="2800"/>
                  </a:lnTo>
                  <a:lnTo>
                    <a:pt x="1268" y="2810"/>
                  </a:lnTo>
                  <a:lnTo>
                    <a:pt x="1257" y="2817"/>
                  </a:lnTo>
                  <a:lnTo>
                    <a:pt x="1246" y="2821"/>
                  </a:lnTo>
                  <a:lnTo>
                    <a:pt x="1230" y="2822"/>
                  </a:lnTo>
                  <a:lnTo>
                    <a:pt x="1212" y="2823"/>
                  </a:lnTo>
                  <a:lnTo>
                    <a:pt x="1194" y="2822"/>
                  </a:lnTo>
                  <a:lnTo>
                    <a:pt x="1179" y="2821"/>
                  </a:lnTo>
                  <a:lnTo>
                    <a:pt x="1168" y="2818"/>
                  </a:lnTo>
                  <a:lnTo>
                    <a:pt x="1166" y="2818"/>
                  </a:lnTo>
                  <a:lnTo>
                    <a:pt x="1160" y="2817"/>
                  </a:lnTo>
                  <a:lnTo>
                    <a:pt x="1151" y="2815"/>
                  </a:lnTo>
                  <a:lnTo>
                    <a:pt x="1140" y="2811"/>
                  </a:lnTo>
                  <a:lnTo>
                    <a:pt x="1129" y="2804"/>
                  </a:lnTo>
                  <a:lnTo>
                    <a:pt x="1122" y="2798"/>
                  </a:lnTo>
                  <a:lnTo>
                    <a:pt x="1114" y="2791"/>
                  </a:lnTo>
                  <a:lnTo>
                    <a:pt x="1108" y="2784"/>
                  </a:lnTo>
                  <a:lnTo>
                    <a:pt x="1104" y="2772"/>
                  </a:lnTo>
                  <a:lnTo>
                    <a:pt x="1100" y="2746"/>
                  </a:lnTo>
                  <a:lnTo>
                    <a:pt x="1098" y="2738"/>
                  </a:lnTo>
                  <a:lnTo>
                    <a:pt x="1095" y="2734"/>
                  </a:lnTo>
                  <a:lnTo>
                    <a:pt x="1094" y="2734"/>
                  </a:lnTo>
                  <a:lnTo>
                    <a:pt x="1092" y="2735"/>
                  </a:lnTo>
                  <a:lnTo>
                    <a:pt x="1089" y="2735"/>
                  </a:lnTo>
                  <a:lnTo>
                    <a:pt x="1085" y="2737"/>
                  </a:lnTo>
                  <a:lnTo>
                    <a:pt x="1082" y="2737"/>
                  </a:lnTo>
                  <a:lnTo>
                    <a:pt x="1078" y="2736"/>
                  </a:lnTo>
                  <a:lnTo>
                    <a:pt x="1071" y="2732"/>
                  </a:lnTo>
                  <a:lnTo>
                    <a:pt x="1063" y="2728"/>
                  </a:lnTo>
                  <a:lnTo>
                    <a:pt x="1053" y="2722"/>
                  </a:lnTo>
                  <a:lnTo>
                    <a:pt x="1047" y="2717"/>
                  </a:lnTo>
                  <a:lnTo>
                    <a:pt x="1042" y="2713"/>
                  </a:lnTo>
                  <a:lnTo>
                    <a:pt x="1040" y="2708"/>
                  </a:lnTo>
                  <a:lnTo>
                    <a:pt x="1038" y="2697"/>
                  </a:lnTo>
                  <a:lnTo>
                    <a:pt x="1037" y="2685"/>
                  </a:lnTo>
                  <a:lnTo>
                    <a:pt x="1036" y="2670"/>
                  </a:lnTo>
                  <a:lnTo>
                    <a:pt x="1036" y="2652"/>
                  </a:lnTo>
                  <a:lnTo>
                    <a:pt x="1035" y="2636"/>
                  </a:lnTo>
                  <a:lnTo>
                    <a:pt x="1035" y="2621"/>
                  </a:lnTo>
                  <a:lnTo>
                    <a:pt x="1030" y="2617"/>
                  </a:lnTo>
                  <a:lnTo>
                    <a:pt x="1024" y="2615"/>
                  </a:lnTo>
                  <a:lnTo>
                    <a:pt x="1019" y="2611"/>
                  </a:lnTo>
                  <a:lnTo>
                    <a:pt x="1006" y="2600"/>
                  </a:lnTo>
                  <a:lnTo>
                    <a:pt x="994" y="2585"/>
                  </a:lnTo>
                  <a:lnTo>
                    <a:pt x="985" y="2567"/>
                  </a:lnTo>
                  <a:lnTo>
                    <a:pt x="978" y="2549"/>
                  </a:lnTo>
                  <a:lnTo>
                    <a:pt x="972" y="2530"/>
                  </a:lnTo>
                  <a:lnTo>
                    <a:pt x="968" y="2514"/>
                  </a:lnTo>
                  <a:lnTo>
                    <a:pt x="965" y="2501"/>
                  </a:lnTo>
                  <a:lnTo>
                    <a:pt x="960" y="2487"/>
                  </a:lnTo>
                  <a:lnTo>
                    <a:pt x="949" y="2474"/>
                  </a:lnTo>
                  <a:lnTo>
                    <a:pt x="936" y="2464"/>
                  </a:lnTo>
                  <a:lnTo>
                    <a:pt x="925" y="2451"/>
                  </a:lnTo>
                  <a:lnTo>
                    <a:pt x="914" y="2437"/>
                  </a:lnTo>
                  <a:lnTo>
                    <a:pt x="911" y="2427"/>
                  </a:lnTo>
                  <a:lnTo>
                    <a:pt x="907" y="2409"/>
                  </a:lnTo>
                  <a:lnTo>
                    <a:pt x="904" y="2387"/>
                  </a:lnTo>
                  <a:lnTo>
                    <a:pt x="899" y="2359"/>
                  </a:lnTo>
                  <a:lnTo>
                    <a:pt x="896" y="2328"/>
                  </a:lnTo>
                  <a:lnTo>
                    <a:pt x="891" y="2294"/>
                  </a:lnTo>
                  <a:lnTo>
                    <a:pt x="888" y="2259"/>
                  </a:lnTo>
                  <a:lnTo>
                    <a:pt x="883" y="2224"/>
                  </a:lnTo>
                  <a:lnTo>
                    <a:pt x="880" y="2190"/>
                  </a:lnTo>
                  <a:lnTo>
                    <a:pt x="876" y="2159"/>
                  </a:lnTo>
                  <a:lnTo>
                    <a:pt x="871" y="2131"/>
                  </a:lnTo>
                  <a:lnTo>
                    <a:pt x="868" y="2107"/>
                  </a:lnTo>
                  <a:lnTo>
                    <a:pt x="863" y="2079"/>
                  </a:lnTo>
                  <a:lnTo>
                    <a:pt x="856" y="2046"/>
                  </a:lnTo>
                  <a:lnTo>
                    <a:pt x="849" y="2011"/>
                  </a:lnTo>
                  <a:lnTo>
                    <a:pt x="843" y="1975"/>
                  </a:lnTo>
                  <a:lnTo>
                    <a:pt x="836" y="1938"/>
                  </a:lnTo>
                  <a:lnTo>
                    <a:pt x="827" y="1902"/>
                  </a:lnTo>
                  <a:lnTo>
                    <a:pt x="820" y="1867"/>
                  </a:lnTo>
                  <a:lnTo>
                    <a:pt x="814" y="1837"/>
                  </a:lnTo>
                  <a:lnTo>
                    <a:pt x="807" y="1811"/>
                  </a:lnTo>
                  <a:lnTo>
                    <a:pt x="802" y="1791"/>
                  </a:lnTo>
                  <a:lnTo>
                    <a:pt x="795" y="1768"/>
                  </a:lnTo>
                  <a:lnTo>
                    <a:pt x="788" y="1743"/>
                  </a:lnTo>
                  <a:lnTo>
                    <a:pt x="760" y="1662"/>
                  </a:lnTo>
                  <a:lnTo>
                    <a:pt x="751" y="1639"/>
                  </a:lnTo>
                  <a:lnTo>
                    <a:pt x="742" y="1619"/>
                  </a:lnTo>
                  <a:lnTo>
                    <a:pt x="732" y="1605"/>
                  </a:lnTo>
                  <a:lnTo>
                    <a:pt x="725" y="1593"/>
                  </a:lnTo>
                  <a:lnTo>
                    <a:pt x="717" y="1575"/>
                  </a:lnTo>
                  <a:lnTo>
                    <a:pt x="708" y="1553"/>
                  </a:lnTo>
                  <a:lnTo>
                    <a:pt x="698" y="1527"/>
                  </a:lnTo>
                  <a:lnTo>
                    <a:pt x="688" y="1501"/>
                  </a:lnTo>
                  <a:lnTo>
                    <a:pt x="678" y="1474"/>
                  </a:lnTo>
                  <a:lnTo>
                    <a:pt x="669" y="1448"/>
                  </a:lnTo>
                  <a:lnTo>
                    <a:pt x="661" y="1424"/>
                  </a:lnTo>
                  <a:lnTo>
                    <a:pt x="655" y="1404"/>
                  </a:lnTo>
                  <a:lnTo>
                    <a:pt x="650" y="1389"/>
                  </a:lnTo>
                  <a:lnTo>
                    <a:pt x="647" y="1379"/>
                  </a:lnTo>
                  <a:lnTo>
                    <a:pt x="644" y="1375"/>
                  </a:lnTo>
                  <a:lnTo>
                    <a:pt x="642" y="1377"/>
                  </a:lnTo>
                  <a:lnTo>
                    <a:pt x="640" y="1384"/>
                  </a:lnTo>
                  <a:lnTo>
                    <a:pt x="638" y="1396"/>
                  </a:lnTo>
                  <a:lnTo>
                    <a:pt x="636" y="1411"/>
                  </a:lnTo>
                  <a:lnTo>
                    <a:pt x="633" y="1427"/>
                  </a:lnTo>
                  <a:lnTo>
                    <a:pt x="629" y="1446"/>
                  </a:lnTo>
                  <a:lnTo>
                    <a:pt x="625" y="1465"/>
                  </a:lnTo>
                  <a:lnTo>
                    <a:pt x="616" y="1488"/>
                  </a:lnTo>
                  <a:lnTo>
                    <a:pt x="607" y="1517"/>
                  </a:lnTo>
                  <a:lnTo>
                    <a:pt x="597" y="1550"/>
                  </a:lnTo>
                  <a:lnTo>
                    <a:pt x="585" y="1584"/>
                  </a:lnTo>
                  <a:lnTo>
                    <a:pt x="572" y="1619"/>
                  </a:lnTo>
                  <a:lnTo>
                    <a:pt x="561" y="1654"/>
                  </a:lnTo>
                  <a:lnTo>
                    <a:pt x="548" y="1686"/>
                  </a:lnTo>
                  <a:lnTo>
                    <a:pt x="538" y="1712"/>
                  </a:lnTo>
                  <a:lnTo>
                    <a:pt x="526" y="1743"/>
                  </a:lnTo>
                  <a:lnTo>
                    <a:pt x="516" y="1774"/>
                  </a:lnTo>
                  <a:lnTo>
                    <a:pt x="507" y="1807"/>
                  </a:lnTo>
                  <a:lnTo>
                    <a:pt x="499" y="1838"/>
                  </a:lnTo>
                  <a:lnTo>
                    <a:pt x="492" y="1867"/>
                  </a:lnTo>
                  <a:lnTo>
                    <a:pt x="485" y="1892"/>
                  </a:lnTo>
                  <a:lnTo>
                    <a:pt x="479" y="1911"/>
                  </a:lnTo>
                  <a:lnTo>
                    <a:pt x="474" y="1923"/>
                  </a:lnTo>
                  <a:lnTo>
                    <a:pt x="469" y="1942"/>
                  </a:lnTo>
                  <a:lnTo>
                    <a:pt x="463" y="1964"/>
                  </a:lnTo>
                  <a:lnTo>
                    <a:pt x="458" y="1990"/>
                  </a:lnTo>
                  <a:lnTo>
                    <a:pt x="451" y="2019"/>
                  </a:lnTo>
                  <a:lnTo>
                    <a:pt x="444" y="2051"/>
                  </a:lnTo>
                  <a:lnTo>
                    <a:pt x="437" y="2083"/>
                  </a:lnTo>
                  <a:lnTo>
                    <a:pt x="431" y="2116"/>
                  </a:lnTo>
                  <a:lnTo>
                    <a:pt x="424" y="2146"/>
                  </a:lnTo>
                  <a:lnTo>
                    <a:pt x="418" y="2175"/>
                  </a:lnTo>
                  <a:lnTo>
                    <a:pt x="414" y="2201"/>
                  </a:lnTo>
                  <a:lnTo>
                    <a:pt x="410" y="2222"/>
                  </a:lnTo>
                  <a:lnTo>
                    <a:pt x="407" y="2238"/>
                  </a:lnTo>
                  <a:lnTo>
                    <a:pt x="402" y="2265"/>
                  </a:lnTo>
                  <a:lnTo>
                    <a:pt x="390" y="2328"/>
                  </a:lnTo>
                  <a:lnTo>
                    <a:pt x="383" y="2358"/>
                  </a:lnTo>
                  <a:lnTo>
                    <a:pt x="377" y="2386"/>
                  </a:lnTo>
                  <a:lnTo>
                    <a:pt x="368" y="2408"/>
                  </a:lnTo>
                  <a:lnTo>
                    <a:pt x="361" y="2423"/>
                  </a:lnTo>
                  <a:lnTo>
                    <a:pt x="353" y="2438"/>
                  </a:lnTo>
                  <a:lnTo>
                    <a:pt x="349" y="2452"/>
                  </a:lnTo>
                  <a:lnTo>
                    <a:pt x="346" y="2467"/>
                  </a:lnTo>
                  <a:lnTo>
                    <a:pt x="346" y="2531"/>
                  </a:lnTo>
                  <a:lnTo>
                    <a:pt x="345" y="2557"/>
                  </a:lnTo>
                  <a:lnTo>
                    <a:pt x="341" y="2579"/>
                  </a:lnTo>
                  <a:lnTo>
                    <a:pt x="332" y="2599"/>
                  </a:lnTo>
                  <a:lnTo>
                    <a:pt x="326" y="2608"/>
                  </a:lnTo>
                  <a:lnTo>
                    <a:pt x="315" y="2617"/>
                  </a:lnTo>
                  <a:lnTo>
                    <a:pt x="302" y="2629"/>
                  </a:lnTo>
                  <a:lnTo>
                    <a:pt x="287" y="2639"/>
                  </a:lnTo>
                  <a:lnTo>
                    <a:pt x="286" y="2654"/>
                  </a:lnTo>
                  <a:lnTo>
                    <a:pt x="285" y="2671"/>
                  </a:lnTo>
                  <a:lnTo>
                    <a:pt x="284" y="2688"/>
                  </a:lnTo>
                  <a:lnTo>
                    <a:pt x="283" y="2702"/>
                  </a:lnTo>
                  <a:lnTo>
                    <a:pt x="283" y="2714"/>
                  </a:lnTo>
                  <a:lnTo>
                    <a:pt x="281" y="2720"/>
                  </a:lnTo>
                  <a:lnTo>
                    <a:pt x="278" y="2724"/>
                  </a:lnTo>
                  <a:lnTo>
                    <a:pt x="269" y="2730"/>
                  </a:lnTo>
                  <a:lnTo>
                    <a:pt x="258" y="2736"/>
                  </a:lnTo>
                  <a:lnTo>
                    <a:pt x="248" y="2739"/>
                  </a:lnTo>
                  <a:lnTo>
                    <a:pt x="234" y="2742"/>
                  </a:lnTo>
                  <a:lnTo>
                    <a:pt x="222" y="2743"/>
                  </a:lnTo>
                  <a:lnTo>
                    <a:pt x="214" y="2745"/>
                  </a:lnTo>
                  <a:lnTo>
                    <a:pt x="211" y="2748"/>
                  </a:lnTo>
                  <a:lnTo>
                    <a:pt x="210" y="2753"/>
                  </a:lnTo>
                  <a:lnTo>
                    <a:pt x="208" y="2760"/>
                  </a:lnTo>
                  <a:lnTo>
                    <a:pt x="208" y="2768"/>
                  </a:lnTo>
                  <a:lnTo>
                    <a:pt x="206" y="2778"/>
                  </a:lnTo>
                  <a:lnTo>
                    <a:pt x="203" y="2785"/>
                  </a:lnTo>
                  <a:lnTo>
                    <a:pt x="193" y="2793"/>
                  </a:lnTo>
                  <a:lnTo>
                    <a:pt x="183" y="2802"/>
                  </a:lnTo>
                  <a:lnTo>
                    <a:pt x="169" y="2810"/>
                  </a:lnTo>
                  <a:lnTo>
                    <a:pt x="154" y="2820"/>
                  </a:lnTo>
                  <a:lnTo>
                    <a:pt x="140" y="2827"/>
                  </a:lnTo>
                  <a:lnTo>
                    <a:pt x="127" y="2832"/>
                  </a:lnTo>
                  <a:lnTo>
                    <a:pt x="109" y="2837"/>
                  </a:lnTo>
                  <a:lnTo>
                    <a:pt x="88" y="2838"/>
                  </a:lnTo>
                  <a:lnTo>
                    <a:pt x="67" y="2838"/>
                  </a:lnTo>
                  <a:lnTo>
                    <a:pt x="47" y="2837"/>
                  </a:lnTo>
                  <a:lnTo>
                    <a:pt x="29" y="2837"/>
                  </a:lnTo>
                  <a:lnTo>
                    <a:pt x="23" y="2836"/>
                  </a:lnTo>
                  <a:lnTo>
                    <a:pt x="15" y="2835"/>
                  </a:lnTo>
                  <a:lnTo>
                    <a:pt x="6" y="2832"/>
                  </a:lnTo>
                  <a:lnTo>
                    <a:pt x="1" y="2829"/>
                  </a:lnTo>
                  <a:lnTo>
                    <a:pt x="0" y="2823"/>
                  </a:lnTo>
                  <a:lnTo>
                    <a:pt x="0" y="2815"/>
                  </a:lnTo>
                  <a:lnTo>
                    <a:pt x="2" y="2808"/>
                  </a:lnTo>
                  <a:lnTo>
                    <a:pt x="6" y="2800"/>
                  </a:lnTo>
                  <a:lnTo>
                    <a:pt x="8" y="2794"/>
                  </a:lnTo>
                  <a:lnTo>
                    <a:pt x="11" y="2786"/>
                  </a:lnTo>
                  <a:lnTo>
                    <a:pt x="16" y="2772"/>
                  </a:lnTo>
                  <a:lnTo>
                    <a:pt x="21" y="2757"/>
                  </a:lnTo>
                  <a:lnTo>
                    <a:pt x="28" y="2742"/>
                  </a:lnTo>
                  <a:lnTo>
                    <a:pt x="36" y="2729"/>
                  </a:lnTo>
                  <a:lnTo>
                    <a:pt x="42" y="2722"/>
                  </a:lnTo>
                  <a:lnTo>
                    <a:pt x="48" y="2710"/>
                  </a:lnTo>
                  <a:lnTo>
                    <a:pt x="58" y="2695"/>
                  </a:lnTo>
                  <a:lnTo>
                    <a:pt x="68" y="2680"/>
                  </a:lnTo>
                  <a:lnTo>
                    <a:pt x="79" y="2663"/>
                  </a:lnTo>
                  <a:lnTo>
                    <a:pt x="89" y="2646"/>
                  </a:lnTo>
                  <a:lnTo>
                    <a:pt x="98" y="2631"/>
                  </a:lnTo>
                  <a:lnTo>
                    <a:pt x="105" y="2620"/>
                  </a:lnTo>
                  <a:lnTo>
                    <a:pt x="102" y="2611"/>
                  </a:lnTo>
                  <a:lnTo>
                    <a:pt x="102" y="2601"/>
                  </a:lnTo>
                  <a:lnTo>
                    <a:pt x="104" y="2589"/>
                  </a:lnTo>
                  <a:lnTo>
                    <a:pt x="113" y="2564"/>
                  </a:lnTo>
                  <a:lnTo>
                    <a:pt x="117" y="2551"/>
                  </a:lnTo>
                  <a:lnTo>
                    <a:pt x="118" y="2542"/>
                  </a:lnTo>
                  <a:lnTo>
                    <a:pt x="115" y="2535"/>
                  </a:lnTo>
                  <a:lnTo>
                    <a:pt x="106" y="2528"/>
                  </a:lnTo>
                  <a:lnTo>
                    <a:pt x="95" y="2518"/>
                  </a:lnTo>
                  <a:lnTo>
                    <a:pt x="89" y="2509"/>
                  </a:lnTo>
                  <a:lnTo>
                    <a:pt x="86" y="2495"/>
                  </a:lnTo>
                  <a:lnTo>
                    <a:pt x="86" y="2477"/>
                  </a:lnTo>
                  <a:lnTo>
                    <a:pt x="88" y="2456"/>
                  </a:lnTo>
                  <a:lnTo>
                    <a:pt x="91" y="2431"/>
                  </a:lnTo>
                  <a:lnTo>
                    <a:pt x="96" y="2404"/>
                  </a:lnTo>
                  <a:lnTo>
                    <a:pt x="102" y="2378"/>
                  </a:lnTo>
                  <a:lnTo>
                    <a:pt x="106" y="2349"/>
                  </a:lnTo>
                  <a:lnTo>
                    <a:pt x="117" y="2294"/>
                  </a:lnTo>
                  <a:lnTo>
                    <a:pt x="130" y="2243"/>
                  </a:lnTo>
                  <a:lnTo>
                    <a:pt x="144" y="2193"/>
                  </a:lnTo>
                  <a:lnTo>
                    <a:pt x="157" y="2142"/>
                  </a:lnTo>
                  <a:lnTo>
                    <a:pt x="163" y="2118"/>
                  </a:lnTo>
                  <a:lnTo>
                    <a:pt x="170" y="2093"/>
                  </a:lnTo>
                  <a:lnTo>
                    <a:pt x="178" y="2066"/>
                  </a:lnTo>
                  <a:lnTo>
                    <a:pt x="185" y="2038"/>
                  </a:lnTo>
                  <a:lnTo>
                    <a:pt x="199" y="1985"/>
                  </a:lnTo>
                  <a:lnTo>
                    <a:pt x="205" y="1961"/>
                  </a:lnTo>
                  <a:lnTo>
                    <a:pt x="211" y="1940"/>
                  </a:lnTo>
                  <a:lnTo>
                    <a:pt x="215" y="1924"/>
                  </a:lnTo>
                  <a:lnTo>
                    <a:pt x="218" y="1912"/>
                  </a:lnTo>
                  <a:lnTo>
                    <a:pt x="220" y="1898"/>
                  </a:lnTo>
                  <a:lnTo>
                    <a:pt x="220" y="1883"/>
                  </a:lnTo>
                  <a:lnTo>
                    <a:pt x="218" y="1867"/>
                  </a:lnTo>
                  <a:lnTo>
                    <a:pt x="217" y="1850"/>
                  </a:lnTo>
                  <a:lnTo>
                    <a:pt x="219" y="1830"/>
                  </a:lnTo>
                  <a:lnTo>
                    <a:pt x="223" y="1809"/>
                  </a:lnTo>
                  <a:lnTo>
                    <a:pt x="229" y="1786"/>
                  </a:lnTo>
                  <a:lnTo>
                    <a:pt x="232" y="1759"/>
                  </a:lnTo>
                  <a:lnTo>
                    <a:pt x="232" y="1731"/>
                  </a:lnTo>
                  <a:lnTo>
                    <a:pt x="230" y="1703"/>
                  </a:lnTo>
                  <a:lnTo>
                    <a:pt x="228" y="1678"/>
                  </a:lnTo>
                  <a:lnTo>
                    <a:pt x="225" y="1654"/>
                  </a:lnTo>
                  <a:lnTo>
                    <a:pt x="223" y="1639"/>
                  </a:lnTo>
                  <a:lnTo>
                    <a:pt x="225" y="1619"/>
                  </a:lnTo>
                  <a:lnTo>
                    <a:pt x="226" y="1596"/>
                  </a:lnTo>
                  <a:lnTo>
                    <a:pt x="229" y="1572"/>
                  </a:lnTo>
                  <a:lnTo>
                    <a:pt x="234" y="1547"/>
                  </a:lnTo>
                  <a:lnTo>
                    <a:pt x="239" y="1522"/>
                  </a:lnTo>
                  <a:lnTo>
                    <a:pt x="242" y="1498"/>
                  </a:lnTo>
                  <a:lnTo>
                    <a:pt x="247" y="1479"/>
                  </a:lnTo>
                  <a:lnTo>
                    <a:pt x="249" y="1462"/>
                  </a:lnTo>
                  <a:lnTo>
                    <a:pt x="250" y="1451"/>
                  </a:lnTo>
                  <a:lnTo>
                    <a:pt x="250" y="1430"/>
                  </a:lnTo>
                  <a:lnTo>
                    <a:pt x="248" y="1405"/>
                  </a:lnTo>
                  <a:lnTo>
                    <a:pt x="247" y="1377"/>
                  </a:lnTo>
                  <a:lnTo>
                    <a:pt x="248" y="1347"/>
                  </a:lnTo>
                  <a:lnTo>
                    <a:pt x="252" y="1318"/>
                  </a:lnTo>
                  <a:lnTo>
                    <a:pt x="257" y="1295"/>
                  </a:lnTo>
                  <a:lnTo>
                    <a:pt x="259" y="1269"/>
                  </a:lnTo>
                  <a:lnTo>
                    <a:pt x="261" y="1240"/>
                  </a:lnTo>
                  <a:lnTo>
                    <a:pt x="235" y="1231"/>
                  </a:lnTo>
                  <a:lnTo>
                    <a:pt x="211" y="1223"/>
                  </a:lnTo>
                  <a:lnTo>
                    <a:pt x="190" y="1215"/>
                  </a:lnTo>
                  <a:lnTo>
                    <a:pt x="170" y="1208"/>
                  </a:lnTo>
                  <a:lnTo>
                    <a:pt x="156" y="1203"/>
                  </a:lnTo>
                  <a:lnTo>
                    <a:pt x="146" y="1198"/>
                  </a:lnTo>
                  <a:lnTo>
                    <a:pt x="141" y="1197"/>
                  </a:lnTo>
                  <a:lnTo>
                    <a:pt x="140" y="1194"/>
                  </a:lnTo>
                  <a:lnTo>
                    <a:pt x="141" y="1186"/>
                  </a:lnTo>
                  <a:lnTo>
                    <a:pt x="145" y="1174"/>
                  </a:lnTo>
                  <a:lnTo>
                    <a:pt x="150" y="1160"/>
                  </a:lnTo>
                  <a:lnTo>
                    <a:pt x="168" y="1111"/>
                  </a:lnTo>
                  <a:lnTo>
                    <a:pt x="172" y="1096"/>
                  </a:lnTo>
                  <a:lnTo>
                    <a:pt x="176" y="1083"/>
                  </a:lnTo>
                  <a:lnTo>
                    <a:pt x="178" y="1072"/>
                  </a:lnTo>
                  <a:lnTo>
                    <a:pt x="183" y="1055"/>
                  </a:lnTo>
                  <a:lnTo>
                    <a:pt x="190" y="1036"/>
                  </a:lnTo>
                  <a:lnTo>
                    <a:pt x="197" y="1013"/>
                  </a:lnTo>
                  <a:lnTo>
                    <a:pt x="205" y="989"/>
                  </a:lnTo>
                  <a:lnTo>
                    <a:pt x="213" y="966"/>
                  </a:lnTo>
                  <a:lnTo>
                    <a:pt x="221" y="944"/>
                  </a:lnTo>
                  <a:lnTo>
                    <a:pt x="228" y="923"/>
                  </a:lnTo>
                  <a:lnTo>
                    <a:pt x="235" y="905"/>
                  </a:lnTo>
                  <a:lnTo>
                    <a:pt x="240" y="892"/>
                  </a:lnTo>
                  <a:lnTo>
                    <a:pt x="243" y="884"/>
                  </a:lnTo>
                  <a:lnTo>
                    <a:pt x="246" y="875"/>
                  </a:lnTo>
                  <a:lnTo>
                    <a:pt x="247" y="869"/>
                  </a:lnTo>
                  <a:lnTo>
                    <a:pt x="247" y="866"/>
                  </a:lnTo>
                  <a:lnTo>
                    <a:pt x="244" y="865"/>
                  </a:lnTo>
                  <a:lnTo>
                    <a:pt x="243" y="863"/>
                  </a:lnTo>
                  <a:lnTo>
                    <a:pt x="243" y="860"/>
                  </a:lnTo>
                  <a:lnTo>
                    <a:pt x="249" y="842"/>
                  </a:lnTo>
                  <a:lnTo>
                    <a:pt x="254" y="830"/>
                  </a:lnTo>
                  <a:lnTo>
                    <a:pt x="259" y="816"/>
                  </a:lnTo>
                  <a:lnTo>
                    <a:pt x="266" y="803"/>
                  </a:lnTo>
                  <a:lnTo>
                    <a:pt x="271" y="791"/>
                  </a:lnTo>
                  <a:lnTo>
                    <a:pt x="278" y="776"/>
                  </a:lnTo>
                  <a:lnTo>
                    <a:pt x="285" y="759"/>
                  </a:lnTo>
                  <a:lnTo>
                    <a:pt x="301" y="719"/>
                  </a:lnTo>
                  <a:lnTo>
                    <a:pt x="308" y="699"/>
                  </a:lnTo>
                  <a:lnTo>
                    <a:pt x="315" y="682"/>
                  </a:lnTo>
                  <a:lnTo>
                    <a:pt x="321" y="668"/>
                  </a:lnTo>
                  <a:lnTo>
                    <a:pt x="324" y="659"/>
                  </a:lnTo>
                  <a:lnTo>
                    <a:pt x="328" y="648"/>
                  </a:lnTo>
                  <a:lnTo>
                    <a:pt x="328" y="641"/>
                  </a:lnTo>
                  <a:lnTo>
                    <a:pt x="326" y="638"/>
                  </a:lnTo>
                  <a:lnTo>
                    <a:pt x="323" y="637"/>
                  </a:lnTo>
                  <a:lnTo>
                    <a:pt x="320" y="635"/>
                  </a:lnTo>
                  <a:lnTo>
                    <a:pt x="314" y="634"/>
                  </a:lnTo>
                  <a:lnTo>
                    <a:pt x="305" y="632"/>
                  </a:lnTo>
                  <a:lnTo>
                    <a:pt x="297" y="627"/>
                  </a:lnTo>
                  <a:lnTo>
                    <a:pt x="284" y="619"/>
                  </a:lnTo>
                  <a:lnTo>
                    <a:pt x="270" y="615"/>
                  </a:lnTo>
                  <a:lnTo>
                    <a:pt x="265" y="610"/>
                  </a:lnTo>
                  <a:lnTo>
                    <a:pt x="258" y="599"/>
                  </a:lnTo>
                  <a:lnTo>
                    <a:pt x="241" y="558"/>
                  </a:lnTo>
                  <a:lnTo>
                    <a:pt x="236" y="547"/>
                  </a:lnTo>
                  <a:lnTo>
                    <a:pt x="233" y="535"/>
                  </a:lnTo>
                  <a:lnTo>
                    <a:pt x="232" y="521"/>
                  </a:lnTo>
                  <a:lnTo>
                    <a:pt x="230" y="505"/>
                  </a:lnTo>
                  <a:lnTo>
                    <a:pt x="229" y="490"/>
                  </a:lnTo>
                  <a:lnTo>
                    <a:pt x="228" y="477"/>
                  </a:lnTo>
                  <a:lnTo>
                    <a:pt x="227" y="470"/>
                  </a:lnTo>
                  <a:lnTo>
                    <a:pt x="226" y="462"/>
                  </a:lnTo>
                  <a:lnTo>
                    <a:pt x="223" y="451"/>
                  </a:lnTo>
                  <a:lnTo>
                    <a:pt x="222" y="437"/>
                  </a:lnTo>
                  <a:lnTo>
                    <a:pt x="222" y="425"/>
                  </a:lnTo>
                  <a:lnTo>
                    <a:pt x="225" y="417"/>
                  </a:lnTo>
                  <a:lnTo>
                    <a:pt x="227" y="411"/>
                  </a:lnTo>
                  <a:lnTo>
                    <a:pt x="228" y="401"/>
                  </a:lnTo>
                  <a:lnTo>
                    <a:pt x="229" y="388"/>
                  </a:lnTo>
                  <a:lnTo>
                    <a:pt x="229" y="374"/>
                  </a:lnTo>
                  <a:lnTo>
                    <a:pt x="228" y="362"/>
                  </a:lnTo>
                  <a:lnTo>
                    <a:pt x="223" y="344"/>
                  </a:lnTo>
                  <a:lnTo>
                    <a:pt x="226" y="333"/>
                  </a:lnTo>
                  <a:lnTo>
                    <a:pt x="230" y="323"/>
                  </a:lnTo>
                  <a:lnTo>
                    <a:pt x="236" y="313"/>
                  </a:lnTo>
                  <a:lnTo>
                    <a:pt x="242" y="309"/>
                  </a:lnTo>
                  <a:lnTo>
                    <a:pt x="247" y="303"/>
                  </a:lnTo>
                  <a:lnTo>
                    <a:pt x="249" y="295"/>
                  </a:lnTo>
                  <a:lnTo>
                    <a:pt x="249" y="281"/>
                  </a:lnTo>
                  <a:lnTo>
                    <a:pt x="251" y="260"/>
                  </a:lnTo>
                  <a:lnTo>
                    <a:pt x="254" y="249"/>
                  </a:lnTo>
                  <a:lnTo>
                    <a:pt x="256" y="244"/>
                  </a:lnTo>
                  <a:lnTo>
                    <a:pt x="257" y="238"/>
                  </a:lnTo>
                  <a:lnTo>
                    <a:pt x="256" y="226"/>
                  </a:lnTo>
                  <a:lnTo>
                    <a:pt x="255" y="212"/>
                  </a:lnTo>
                  <a:lnTo>
                    <a:pt x="255" y="180"/>
                  </a:lnTo>
                  <a:lnTo>
                    <a:pt x="257" y="159"/>
                  </a:lnTo>
                  <a:lnTo>
                    <a:pt x="264" y="137"/>
                  </a:lnTo>
                  <a:lnTo>
                    <a:pt x="273" y="118"/>
                  </a:lnTo>
                  <a:lnTo>
                    <a:pt x="284" y="104"/>
                  </a:lnTo>
                  <a:lnTo>
                    <a:pt x="294" y="97"/>
                  </a:lnTo>
                  <a:lnTo>
                    <a:pt x="309" y="91"/>
                  </a:lnTo>
                  <a:lnTo>
                    <a:pt x="329" y="86"/>
                  </a:lnTo>
                  <a:lnTo>
                    <a:pt x="349" y="84"/>
                  </a:lnTo>
                  <a:lnTo>
                    <a:pt x="367" y="82"/>
                  </a:lnTo>
                  <a:lnTo>
                    <a:pt x="400" y="80"/>
                  </a:lnTo>
                  <a:lnTo>
                    <a:pt x="419" y="77"/>
                  </a:lnTo>
                  <a:lnTo>
                    <a:pt x="440" y="75"/>
                  </a:lnTo>
                  <a:lnTo>
                    <a:pt x="460" y="73"/>
                  </a:lnTo>
                  <a:lnTo>
                    <a:pt x="479" y="71"/>
                  </a:lnTo>
                  <a:lnTo>
                    <a:pt x="492" y="70"/>
                  </a:lnTo>
                  <a:lnTo>
                    <a:pt x="504" y="68"/>
                  </a:lnTo>
                  <a:lnTo>
                    <a:pt x="513" y="61"/>
                  </a:lnTo>
                  <a:lnTo>
                    <a:pt x="523" y="53"/>
                  </a:lnTo>
                  <a:lnTo>
                    <a:pt x="528" y="45"/>
                  </a:lnTo>
                  <a:lnTo>
                    <a:pt x="533" y="38"/>
                  </a:lnTo>
                  <a:lnTo>
                    <a:pt x="534" y="35"/>
                  </a:lnTo>
                  <a:lnTo>
                    <a:pt x="538" y="30"/>
                  </a:lnTo>
                  <a:lnTo>
                    <a:pt x="542" y="20"/>
                  </a:lnTo>
                  <a:lnTo>
                    <a:pt x="546" y="12"/>
                  </a:lnTo>
                  <a:lnTo>
                    <a:pt x="552" y="0"/>
                  </a:lnTo>
                  <a:close/>
                </a:path>
              </a:pathLst>
            </a:custGeom>
            <a:grpFill/>
            <a:ln w="0">
              <a:noFill/>
              <a:prstDash val="solid"/>
              <a:round/>
            </a:ln>
          </p:spPr>
          <p:txBody>
            <a:bodyPr vert="horz" wrap="square" lIns="91416" tIns="45708" rIns="91416" bIns="45708" numCol="1" anchor="t" anchorCtr="0" compatLnSpc="1"/>
            <a:lstStyle/>
            <a:p>
              <a:endParaRPr lang="en-US" sz="2400"/>
            </a:p>
          </p:txBody>
        </p:sp>
      </p:grpSp>
      <p:grpSp>
        <p:nvGrpSpPr>
          <p:cNvPr id="9" name="Group 8"/>
          <p:cNvGrpSpPr/>
          <p:nvPr/>
        </p:nvGrpSpPr>
        <p:grpSpPr>
          <a:xfrm>
            <a:off x="5626436" y="3349961"/>
            <a:ext cx="5714999" cy="1259474"/>
            <a:chOff x="3427412" y="4495800"/>
            <a:chExt cx="5715000" cy="1259474"/>
          </a:xfrm>
        </p:grpSpPr>
        <p:sp>
          <p:nvSpPr>
            <p:cNvPr id="10" name="TextBox 9"/>
            <p:cNvSpPr txBox="1"/>
            <p:nvPr/>
          </p:nvSpPr>
          <p:spPr>
            <a:xfrm>
              <a:off x="4048142" y="4579672"/>
              <a:ext cx="4473576" cy="1014730"/>
            </a:xfrm>
            <a:prstGeom prst="rect">
              <a:avLst/>
            </a:prstGeom>
            <a:noFill/>
          </p:spPr>
          <p:txBody>
            <a:bodyPr wrap="none" rtlCol="0" anchor="ctr">
              <a:spAutoFit/>
            </a:bodyPr>
            <a:lstStyle/>
            <a:p>
              <a:pPr algn="ctr"/>
              <a:r>
                <a:rPr lang="en-US" sz="6000" b="1" dirty="0" smtClean="0">
                  <a:solidFill>
                    <a:prstClr val="white"/>
                  </a:solidFill>
                  <a:latin typeface="Segoe UI Light" panose="020B0502040204020203" pitchFamily="34" charset="0"/>
                </a:rPr>
                <a:t>Development</a:t>
              </a:r>
              <a:endParaRPr lang="en-US" sz="6000" b="1" dirty="0">
                <a:solidFill>
                  <a:prstClr val="white"/>
                </a:solidFill>
                <a:latin typeface="Segoe UI Light" panose="020B0502040204020203" pitchFamily="34" charset="0"/>
              </a:endParaRPr>
            </a:p>
          </p:txBody>
        </p:sp>
        <p:grpSp>
          <p:nvGrpSpPr>
            <p:cNvPr id="11" name="Group 10"/>
            <p:cNvGrpSpPr/>
            <p:nvPr/>
          </p:nvGrpSpPr>
          <p:grpSpPr>
            <a:xfrm>
              <a:off x="3427412" y="4495800"/>
              <a:ext cx="5715000" cy="1259474"/>
              <a:chOff x="3427412" y="4495800"/>
              <a:chExt cx="5715000" cy="1259474"/>
            </a:xfrm>
          </p:grpSpPr>
          <p:cxnSp>
            <p:nvCxnSpPr>
              <p:cNvPr id="12" name="Straight Connector 11"/>
              <p:cNvCxnSpPr/>
              <p:nvPr/>
            </p:nvCxnSpPr>
            <p:spPr>
              <a:xfrm>
                <a:off x="3427412" y="4495800"/>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27412" y="5753686"/>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306" y="152400"/>
            <a:ext cx="11074400" cy="1143000"/>
          </a:xfrm>
        </p:spPr>
        <p:txBody>
          <a:bodyPr>
            <a:normAutofit/>
          </a:bodyPr>
          <a:lstStyle/>
          <a:p>
            <a:r>
              <a:rPr lang="en-US" sz="4800" u="sng" dirty="0" smtClean="0">
                <a:solidFill>
                  <a:schemeClr val="bg1"/>
                </a:solidFill>
              </a:rPr>
              <a:t>Development</a:t>
            </a:r>
            <a:endParaRPr lang="en-US" sz="4800" u="sng" dirty="0">
              <a:solidFill>
                <a:schemeClr val="bg1"/>
              </a:solidFill>
            </a:endParaRPr>
          </a:p>
        </p:txBody>
      </p:sp>
      <p:sp>
        <p:nvSpPr>
          <p:cNvPr id="4" name="Rectangle 3"/>
          <p:cNvSpPr/>
          <p:nvPr/>
        </p:nvSpPr>
        <p:spPr>
          <a:xfrm>
            <a:off x="457200" y="1600200"/>
            <a:ext cx="9829800" cy="922020"/>
          </a:xfrm>
          <a:prstGeom prst="rect">
            <a:avLst/>
          </a:prstGeom>
        </p:spPr>
        <p:txBody>
          <a:bodyPr wrap="square">
            <a:spAutoFit/>
          </a:bodyPr>
          <a:lstStyle/>
          <a:p>
            <a:endParaRPr lang="en-US" sz="2700" dirty="0">
              <a:solidFill>
                <a:schemeClr val="bg1"/>
              </a:solidFill>
            </a:endParaRPr>
          </a:p>
          <a:p>
            <a:endParaRPr lang="en-US" sz="2700" dirty="0">
              <a:solidFill>
                <a:schemeClr val="bg1"/>
              </a:solidFill>
            </a:endParaRPr>
          </a:p>
        </p:txBody>
      </p:sp>
      <p:pic>
        <p:nvPicPr>
          <p:cNvPr id="3" name="Picture 2" descr="vlcsnap-2023-11-26-22h08m06s053"/>
          <p:cNvPicPr>
            <a:picLocks noChangeAspect="1"/>
          </p:cNvPicPr>
          <p:nvPr/>
        </p:nvPicPr>
        <p:blipFill>
          <a:blip r:embed="rId1"/>
          <a:stretch>
            <a:fillRect/>
          </a:stretch>
        </p:blipFill>
        <p:spPr>
          <a:xfrm>
            <a:off x="6896100" y="1412240"/>
            <a:ext cx="4608830" cy="3443605"/>
          </a:xfrm>
          <a:prstGeom prst="rect">
            <a:avLst/>
          </a:prstGeom>
        </p:spPr>
      </p:pic>
      <p:pic>
        <p:nvPicPr>
          <p:cNvPr id="6" name="Picture 5" descr="IMG_20231028_121902"/>
          <p:cNvPicPr>
            <a:picLocks noChangeAspect="1"/>
          </p:cNvPicPr>
          <p:nvPr/>
        </p:nvPicPr>
        <p:blipFill>
          <a:blip r:embed="rId2"/>
          <a:stretch>
            <a:fillRect/>
          </a:stretch>
        </p:blipFill>
        <p:spPr>
          <a:xfrm>
            <a:off x="609600" y="1524000"/>
            <a:ext cx="4702175" cy="3373120"/>
          </a:xfrm>
          <a:prstGeom prst="rect">
            <a:avLst/>
          </a:prstGeom>
        </p:spPr>
      </p:pic>
      <p:sp>
        <p:nvSpPr>
          <p:cNvPr id="7" name="Text Box 6"/>
          <p:cNvSpPr txBox="1"/>
          <p:nvPr/>
        </p:nvSpPr>
        <p:spPr>
          <a:xfrm>
            <a:off x="838200" y="5410200"/>
            <a:ext cx="4064000" cy="829945"/>
          </a:xfrm>
          <a:prstGeom prst="rect">
            <a:avLst/>
          </a:prstGeom>
          <a:noFill/>
        </p:spPr>
        <p:txBody>
          <a:bodyPr wrap="square" rtlCol="0">
            <a:spAutoFit/>
          </a:bodyPr>
          <a:p>
            <a:r>
              <a:rPr lang="en-US" b="1">
                <a:solidFill>
                  <a:schemeClr val="bg1"/>
                </a:solidFill>
              </a:rPr>
              <a:t>SafeSwitch During Design Stage</a:t>
            </a:r>
            <a:endParaRPr lang="en-US" b="1">
              <a:solidFill>
                <a:schemeClr val="bg1"/>
              </a:solidFill>
            </a:endParaRPr>
          </a:p>
        </p:txBody>
      </p:sp>
      <p:sp>
        <p:nvSpPr>
          <p:cNvPr id="8" name="Text Box 7"/>
          <p:cNvSpPr txBox="1"/>
          <p:nvPr/>
        </p:nvSpPr>
        <p:spPr>
          <a:xfrm>
            <a:off x="7086600" y="5486400"/>
            <a:ext cx="4064000" cy="460375"/>
          </a:xfrm>
          <a:prstGeom prst="rect">
            <a:avLst/>
          </a:prstGeom>
          <a:noFill/>
        </p:spPr>
        <p:txBody>
          <a:bodyPr wrap="square" rtlCol="0">
            <a:spAutoFit/>
          </a:bodyPr>
          <a:p>
            <a:r>
              <a:rPr lang="en-US" b="1">
                <a:solidFill>
                  <a:schemeClr val="bg1"/>
                </a:solidFill>
              </a:rPr>
              <a:t>SafeSwitch After Design</a:t>
            </a:r>
            <a:endParaRPr lang="en-US" b="1">
              <a:solidFill>
                <a:schemeClr val="bg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Oval 307"/>
          <p:cNvSpPr/>
          <p:nvPr/>
        </p:nvSpPr>
        <p:spPr>
          <a:xfrm>
            <a:off x="2133601" y="5334003"/>
            <a:ext cx="3415567" cy="114621"/>
          </a:xfrm>
          <a:prstGeom prst="ellipse">
            <a:avLst/>
          </a:prstGeom>
          <a:gradFill flip="none" rotWithShape="1">
            <a:gsLst>
              <a:gs pos="0">
                <a:schemeClr val="tx1"/>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algn="ctr" defTabSz="914400">
              <a:defRPr/>
            </a:pPr>
            <a:endParaRPr lang="en-US" sz="1800" kern="0">
              <a:solidFill>
                <a:sysClr val="window" lastClr="FFFFFF"/>
              </a:solidFill>
            </a:endParaRPr>
          </a:p>
        </p:txBody>
      </p:sp>
      <p:sp>
        <p:nvSpPr>
          <p:cNvPr id="309" name="Content Placeholder 4"/>
          <p:cNvSpPr txBox="1"/>
          <p:nvPr/>
        </p:nvSpPr>
        <p:spPr>
          <a:xfrm>
            <a:off x="7071860" y="3072611"/>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6" name="Group 22"/>
          <p:cNvGrpSpPr/>
          <p:nvPr/>
        </p:nvGrpSpPr>
        <p:grpSpPr>
          <a:xfrm>
            <a:off x="3401060" y="3170203"/>
            <a:ext cx="880645" cy="2218049"/>
            <a:chOff x="4413250" y="1588"/>
            <a:chExt cx="2041525" cy="5141912"/>
          </a:xfrm>
          <a:solidFill>
            <a:schemeClr val="tx1">
              <a:alpha val="65000"/>
            </a:schemeClr>
          </a:solidFill>
          <a:effectLst/>
        </p:grpSpPr>
        <p:sp>
          <p:nvSpPr>
            <p:cNvPr id="7" name="Freeform 13"/>
            <p:cNvSpPr/>
            <p:nvPr/>
          </p:nvSpPr>
          <p:spPr bwMode="auto">
            <a:xfrm>
              <a:off x="5189538" y="1588"/>
              <a:ext cx="522288" cy="833438"/>
            </a:xfrm>
            <a:custGeom>
              <a:avLst/>
              <a:gdLst/>
              <a:ahLst/>
              <a:cxnLst>
                <a:cxn ang="0">
                  <a:pos x="159" y="0"/>
                </a:cxn>
                <a:cxn ang="0">
                  <a:pos x="198" y="5"/>
                </a:cxn>
                <a:cxn ang="0">
                  <a:pos x="236" y="15"/>
                </a:cxn>
                <a:cxn ang="0">
                  <a:pos x="260" y="32"/>
                </a:cxn>
                <a:cxn ang="0">
                  <a:pos x="272" y="49"/>
                </a:cxn>
                <a:cxn ang="0">
                  <a:pos x="279" y="62"/>
                </a:cxn>
                <a:cxn ang="0">
                  <a:pos x="289" y="87"/>
                </a:cxn>
                <a:cxn ang="0">
                  <a:pos x="301" y="130"/>
                </a:cxn>
                <a:cxn ang="0">
                  <a:pos x="305" y="155"/>
                </a:cxn>
                <a:cxn ang="0">
                  <a:pos x="306" y="183"/>
                </a:cxn>
                <a:cxn ang="0">
                  <a:pos x="307" y="201"/>
                </a:cxn>
                <a:cxn ang="0">
                  <a:pos x="312" y="198"/>
                </a:cxn>
                <a:cxn ang="0">
                  <a:pos x="319" y="194"/>
                </a:cxn>
                <a:cxn ang="0">
                  <a:pos x="325" y="198"/>
                </a:cxn>
                <a:cxn ang="0">
                  <a:pos x="329" y="218"/>
                </a:cxn>
                <a:cxn ang="0">
                  <a:pos x="328" y="240"/>
                </a:cxn>
                <a:cxn ang="0">
                  <a:pos x="322" y="269"/>
                </a:cxn>
                <a:cxn ang="0">
                  <a:pos x="316" y="290"/>
                </a:cxn>
                <a:cxn ang="0">
                  <a:pos x="313" y="296"/>
                </a:cxn>
                <a:cxn ang="0">
                  <a:pos x="309" y="296"/>
                </a:cxn>
                <a:cxn ang="0">
                  <a:pos x="304" y="292"/>
                </a:cxn>
                <a:cxn ang="0">
                  <a:pos x="299" y="291"/>
                </a:cxn>
                <a:cxn ang="0">
                  <a:pos x="298" y="298"/>
                </a:cxn>
                <a:cxn ang="0">
                  <a:pos x="293" y="315"/>
                </a:cxn>
                <a:cxn ang="0">
                  <a:pos x="279" y="351"/>
                </a:cxn>
                <a:cxn ang="0">
                  <a:pos x="274" y="368"/>
                </a:cxn>
                <a:cxn ang="0">
                  <a:pos x="272" y="398"/>
                </a:cxn>
                <a:cxn ang="0">
                  <a:pos x="274" y="428"/>
                </a:cxn>
                <a:cxn ang="0">
                  <a:pos x="181" y="525"/>
                </a:cxn>
                <a:cxn ang="0">
                  <a:pos x="126" y="483"/>
                </a:cxn>
                <a:cxn ang="0">
                  <a:pos x="112" y="470"/>
                </a:cxn>
                <a:cxn ang="0">
                  <a:pos x="93" y="450"/>
                </a:cxn>
                <a:cxn ang="0">
                  <a:pos x="76" y="432"/>
                </a:cxn>
                <a:cxn ang="0">
                  <a:pos x="71" y="418"/>
                </a:cxn>
                <a:cxn ang="0">
                  <a:pos x="64" y="389"/>
                </a:cxn>
                <a:cxn ang="0">
                  <a:pos x="56" y="350"/>
                </a:cxn>
                <a:cxn ang="0">
                  <a:pos x="49" y="321"/>
                </a:cxn>
                <a:cxn ang="0">
                  <a:pos x="46" y="308"/>
                </a:cxn>
                <a:cxn ang="0">
                  <a:pos x="39" y="299"/>
                </a:cxn>
                <a:cxn ang="0">
                  <a:pos x="35" y="306"/>
                </a:cxn>
                <a:cxn ang="0">
                  <a:pos x="25" y="305"/>
                </a:cxn>
                <a:cxn ang="0">
                  <a:pos x="18" y="292"/>
                </a:cxn>
                <a:cxn ang="0">
                  <a:pos x="10" y="271"/>
                </a:cxn>
                <a:cxn ang="0">
                  <a:pos x="3" y="254"/>
                </a:cxn>
                <a:cxn ang="0">
                  <a:pos x="0" y="230"/>
                </a:cxn>
                <a:cxn ang="0">
                  <a:pos x="2" y="207"/>
                </a:cxn>
                <a:cxn ang="0">
                  <a:pos x="8" y="204"/>
                </a:cxn>
                <a:cxn ang="0">
                  <a:pos x="17" y="213"/>
                </a:cxn>
                <a:cxn ang="0">
                  <a:pos x="24" y="222"/>
                </a:cxn>
                <a:cxn ang="0">
                  <a:pos x="24" y="220"/>
                </a:cxn>
                <a:cxn ang="0">
                  <a:pos x="23" y="207"/>
                </a:cxn>
                <a:cxn ang="0">
                  <a:pos x="22" y="178"/>
                </a:cxn>
                <a:cxn ang="0">
                  <a:pos x="23" y="144"/>
                </a:cxn>
                <a:cxn ang="0">
                  <a:pos x="27" y="96"/>
                </a:cxn>
                <a:cxn ang="0">
                  <a:pos x="31" y="80"/>
                </a:cxn>
                <a:cxn ang="0">
                  <a:pos x="43" y="60"/>
                </a:cxn>
                <a:cxn ang="0">
                  <a:pos x="57" y="37"/>
                </a:cxn>
                <a:cxn ang="0">
                  <a:pos x="67" y="23"/>
                </a:cxn>
                <a:cxn ang="0">
                  <a:pos x="87" y="13"/>
                </a:cxn>
                <a:cxn ang="0">
                  <a:pos x="116" y="5"/>
                </a:cxn>
                <a:cxn ang="0">
                  <a:pos x="141" y="0"/>
                </a:cxn>
              </a:cxnLst>
              <a:rect l="0" t="0" r="r" b="b"/>
              <a:pathLst>
                <a:path w="329" h="525">
                  <a:moveTo>
                    <a:pt x="141" y="0"/>
                  </a:moveTo>
                  <a:lnTo>
                    <a:pt x="159" y="0"/>
                  </a:lnTo>
                  <a:lnTo>
                    <a:pt x="177" y="1"/>
                  </a:lnTo>
                  <a:lnTo>
                    <a:pt x="198" y="5"/>
                  </a:lnTo>
                  <a:lnTo>
                    <a:pt x="220" y="9"/>
                  </a:lnTo>
                  <a:lnTo>
                    <a:pt x="236" y="15"/>
                  </a:lnTo>
                  <a:lnTo>
                    <a:pt x="249" y="22"/>
                  </a:lnTo>
                  <a:lnTo>
                    <a:pt x="260" y="32"/>
                  </a:lnTo>
                  <a:lnTo>
                    <a:pt x="267" y="41"/>
                  </a:lnTo>
                  <a:lnTo>
                    <a:pt x="272" y="49"/>
                  </a:lnTo>
                  <a:lnTo>
                    <a:pt x="276" y="55"/>
                  </a:lnTo>
                  <a:lnTo>
                    <a:pt x="279" y="62"/>
                  </a:lnTo>
                  <a:lnTo>
                    <a:pt x="284" y="73"/>
                  </a:lnTo>
                  <a:lnTo>
                    <a:pt x="289" y="87"/>
                  </a:lnTo>
                  <a:lnTo>
                    <a:pt x="298" y="118"/>
                  </a:lnTo>
                  <a:lnTo>
                    <a:pt x="301" y="130"/>
                  </a:lnTo>
                  <a:lnTo>
                    <a:pt x="304" y="142"/>
                  </a:lnTo>
                  <a:lnTo>
                    <a:pt x="305" y="155"/>
                  </a:lnTo>
                  <a:lnTo>
                    <a:pt x="305" y="169"/>
                  </a:lnTo>
                  <a:lnTo>
                    <a:pt x="306" y="183"/>
                  </a:lnTo>
                  <a:lnTo>
                    <a:pt x="306" y="200"/>
                  </a:lnTo>
                  <a:lnTo>
                    <a:pt x="307" y="201"/>
                  </a:lnTo>
                  <a:lnTo>
                    <a:pt x="309" y="200"/>
                  </a:lnTo>
                  <a:lnTo>
                    <a:pt x="312" y="198"/>
                  </a:lnTo>
                  <a:lnTo>
                    <a:pt x="315" y="196"/>
                  </a:lnTo>
                  <a:lnTo>
                    <a:pt x="319" y="194"/>
                  </a:lnTo>
                  <a:lnTo>
                    <a:pt x="321" y="193"/>
                  </a:lnTo>
                  <a:lnTo>
                    <a:pt x="325" y="198"/>
                  </a:lnTo>
                  <a:lnTo>
                    <a:pt x="328" y="206"/>
                  </a:lnTo>
                  <a:lnTo>
                    <a:pt x="329" y="218"/>
                  </a:lnTo>
                  <a:lnTo>
                    <a:pt x="329" y="227"/>
                  </a:lnTo>
                  <a:lnTo>
                    <a:pt x="328" y="240"/>
                  </a:lnTo>
                  <a:lnTo>
                    <a:pt x="326" y="255"/>
                  </a:lnTo>
                  <a:lnTo>
                    <a:pt x="322" y="269"/>
                  </a:lnTo>
                  <a:lnTo>
                    <a:pt x="319" y="282"/>
                  </a:lnTo>
                  <a:lnTo>
                    <a:pt x="316" y="290"/>
                  </a:lnTo>
                  <a:lnTo>
                    <a:pt x="314" y="293"/>
                  </a:lnTo>
                  <a:lnTo>
                    <a:pt x="313" y="296"/>
                  </a:lnTo>
                  <a:lnTo>
                    <a:pt x="311" y="297"/>
                  </a:lnTo>
                  <a:lnTo>
                    <a:pt x="309" y="296"/>
                  </a:lnTo>
                  <a:lnTo>
                    <a:pt x="305" y="293"/>
                  </a:lnTo>
                  <a:lnTo>
                    <a:pt x="304" y="292"/>
                  </a:lnTo>
                  <a:lnTo>
                    <a:pt x="301" y="291"/>
                  </a:lnTo>
                  <a:lnTo>
                    <a:pt x="299" y="291"/>
                  </a:lnTo>
                  <a:lnTo>
                    <a:pt x="299" y="294"/>
                  </a:lnTo>
                  <a:lnTo>
                    <a:pt x="298" y="298"/>
                  </a:lnTo>
                  <a:lnTo>
                    <a:pt x="298" y="301"/>
                  </a:lnTo>
                  <a:lnTo>
                    <a:pt x="293" y="315"/>
                  </a:lnTo>
                  <a:lnTo>
                    <a:pt x="284" y="339"/>
                  </a:lnTo>
                  <a:lnTo>
                    <a:pt x="279" y="351"/>
                  </a:lnTo>
                  <a:lnTo>
                    <a:pt x="276" y="361"/>
                  </a:lnTo>
                  <a:lnTo>
                    <a:pt x="274" y="368"/>
                  </a:lnTo>
                  <a:lnTo>
                    <a:pt x="272" y="375"/>
                  </a:lnTo>
                  <a:lnTo>
                    <a:pt x="272" y="398"/>
                  </a:lnTo>
                  <a:lnTo>
                    <a:pt x="274" y="411"/>
                  </a:lnTo>
                  <a:lnTo>
                    <a:pt x="274" y="428"/>
                  </a:lnTo>
                  <a:lnTo>
                    <a:pt x="255" y="489"/>
                  </a:lnTo>
                  <a:lnTo>
                    <a:pt x="181" y="525"/>
                  </a:lnTo>
                  <a:lnTo>
                    <a:pt x="129" y="485"/>
                  </a:lnTo>
                  <a:lnTo>
                    <a:pt x="126" y="483"/>
                  </a:lnTo>
                  <a:lnTo>
                    <a:pt x="121" y="478"/>
                  </a:lnTo>
                  <a:lnTo>
                    <a:pt x="112" y="470"/>
                  </a:lnTo>
                  <a:lnTo>
                    <a:pt x="102" y="461"/>
                  </a:lnTo>
                  <a:lnTo>
                    <a:pt x="93" y="450"/>
                  </a:lnTo>
                  <a:lnTo>
                    <a:pt x="83" y="441"/>
                  </a:lnTo>
                  <a:lnTo>
                    <a:pt x="76" y="432"/>
                  </a:lnTo>
                  <a:lnTo>
                    <a:pt x="73" y="426"/>
                  </a:lnTo>
                  <a:lnTo>
                    <a:pt x="71" y="418"/>
                  </a:lnTo>
                  <a:lnTo>
                    <a:pt x="67" y="405"/>
                  </a:lnTo>
                  <a:lnTo>
                    <a:pt x="64" y="389"/>
                  </a:lnTo>
                  <a:lnTo>
                    <a:pt x="59" y="369"/>
                  </a:lnTo>
                  <a:lnTo>
                    <a:pt x="56" y="350"/>
                  </a:lnTo>
                  <a:lnTo>
                    <a:pt x="52" y="334"/>
                  </a:lnTo>
                  <a:lnTo>
                    <a:pt x="49" y="321"/>
                  </a:lnTo>
                  <a:lnTo>
                    <a:pt x="47" y="313"/>
                  </a:lnTo>
                  <a:lnTo>
                    <a:pt x="46" y="308"/>
                  </a:lnTo>
                  <a:lnTo>
                    <a:pt x="45" y="305"/>
                  </a:lnTo>
                  <a:lnTo>
                    <a:pt x="39" y="299"/>
                  </a:lnTo>
                  <a:lnTo>
                    <a:pt x="37" y="301"/>
                  </a:lnTo>
                  <a:lnTo>
                    <a:pt x="35" y="306"/>
                  </a:lnTo>
                  <a:lnTo>
                    <a:pt x="29" y="306"/>
                  </a:lnTo>
                  <a:lnTo>
                    <a:pt x="25" y="305"/>
                  </a:lnTo>
                  <a:lnTo>
                    <a:pt x="22" y="300"/>
                  </a:lnTo>
                  <a:lnTo>
                    <a:pt x="18" y="292"/>
                  </a:lnTo>
                  <a:lnTo>
                    <a:pt x="15" y="283"/>
                  </a:lnTo>
                  <a:lnTo>
                    <a:pt x="10" y="271"/>
                  </a:lnTo>
                  <a:lnTo>
                    <a:pt x="7" y="262"/>
                  </a:lnTo>
                  <a:lnTo>
                    <a:pt x="3" y="254"/>
                  </a:lnTo>
                  <a:lnTo>
                    <a:pt x="0" y="243"/>
                  </a:lnTo>
                  <a:lnTo>
                    <a:pt x="0" y="230"/>
                  </a:lnTo>
                  <a:lnTo>
                    <a:pt x="1" y="218"/>
                  </a:lnTo>
                  <a:lnTo>
                    <a:pt x="2" y="207"/>
                  </a:lnTo>
                  <a:lnTo>
                    <a:pt x="5" y="204"/>
                  </a:lnTo>
                  <a:lnTo>
                    <a:pt x="8" y="204"/>
                  </a:lnTo>
                  <a:lnTo>
                    <a:pt x="13" y="207"/>
                  </a:lnTo>
                  <a:lnTo>
                    <a:pt x="17" y="213"/>
                  </a:lnTo>
                  <a:lnTo>
                    <a:pt x="22" y="218"/>
                  </a:lnTo>
                  <a:lnTo>
                    <a:pt x="24" y="222"/>
                  </a:lnTo>
                  <a:lnTo>
                    <a:pt x="25" y="223"/>
                  </a:lnTo>
                  <a:lnTo>
                    <a:pt x="24" y="220"/>
                  </a:lnTo>
                  <a:lnTo>
                    <a:pt x="24" y="214"/>
                  </a:lnTo>
                  <a:lnTo>
                    <a:pt x="23" y="207"/>
                  </a:lnTo>
                  <a:lnTo>
                    <a:pt x="22" y="201"/>
                  </a:lnTo>
                  <a:lnTo>
                    <a:pt x="22" y="178"/>
                  </a:lnTo>
                  <a:lnTo>
                    <a:pt x="23" y="162"/>
                  </a:lnTo>
                  <a:lnTo>
                    <a:pt x="23" y="144"/>
                  </a:lnTo>
                  <a:lnTo>
                    <a:pt x="25" y="110"/>
                  </a:lnTo>
                  <a:lnTo>
                    <a:pt x="27" y="96"/>
                  </a:lnTo>
                  <a:lnTo>
                    <a:pt x="28" y="87"/>
                  </a:lnTo>
                  <a:lnTo>
                    <a:pt x="31" y="80"/>
                  </a:lnTo>
                  <a:lnTo>
                    <a:pt x="36" y="70"/>
                  </a:lnTo>
                  <a:lnTo>
                    <a:pt x="43" y="60"/>
                  </a:lnTo>
                  <a:lnTo>
                    <a:pt x="50" y="48"/>
                  </a:lnTo>
                  <a:lnTo>
                    <a:pt x="57" y="37"/>
                  </a:lnTo>
                  <a:lnTo>
                    <a:pt x="63" y="29"/>
                  </a:lnTo>
                  <a:lnTo>
                    <a:pt x="67" y="23"/>
                  </a:lnTo>
                  <a:lnTo>
                    <a:pt x="74" y="19"/>
                  </a:lnTo>
                  <a:lnTo>
                    <a:pt x="87" y="13"/>
                  </a:lnTo>
                  <a:lnTo>
                    <a:pt x="102" y="8"/>
                  </a:lnTo>
                  <a:lnTo>
                    <a:pt x="116" y="5"/>
                  </a:lnTo>
                  <a:lnTo>
                    <a:pt x="129" y="1"/>
                  </a:lnTo>
                  <a:lnTo>
                    <a:pt x="141" y="0"/>
                  </a:lnTo>
                  <a:close/>
                </a:path>
              </a:pathLst>
            </a:custGeom>
            <a:grpFill/>
            <a:ln w="0">
              <a:noFill/>
              <a:prstDash val="solid"/>
              <a:round/>
            </a:ln>
          </p:spPr>
          <p:txBody>
            <a:bodyPr vert="horz" wrap="square" lIns="91416" tIns="45708" rIns="91416" bIns="45708" numCol="1" anchor="t" anchorCtr="0" compatLnSpc="1"/>
            <a:lstStyle/>
            <a:p>
              <a:endParaRPr lang="en-US" sz="2400"/>
            </a:p>
          </p:txBody>
        </p:sp>
        <p:sp>
          <p:nvSpPr>
            <p:cNvPr id="8" name="Freeform 14"/>
            <p:cNvSpPr>
              <a:spLocks noEditPoints="1"/>
            </p:cNvSpPr>
            <p:nvPr/>
          </p:nvSpPr>
          <p:spPr bwMode="auto">
            <a:xfrm>
              <a:off x="4413250" y="638175"/>
              <a:ext cx="2041525" cy="4505325"/>
            </a:xfrm>
            <a:custGeom>
              <a:avLst/>
              <a:gdLst/>
              <a:ahLst/>
              <a:cxnLst>
                <a:cxn ang="0">
                  <a:pos x="622" y="852"/>
                </a:cxn>
                <a:cxn ang="0">
                  <a:pos x="758" y="867"/>
                </a:cxn>
                <a:cxn ang="0">
                  <a:pos x="702" y="726"/>
                </a:cxn>
                <a:cxn ang="0">
                  <a:pos x="579" y="68"/>
                </a:cxn>
                <a:cxn ang="0">
                  <a:pos x="674" y="274"/>
                </a:cxn>
                <a:cxn ang="0">
                  <a:pos x="706" y="375"/>
                </a:cxn>
                <a:cxn ang="0">
                  <a:pos x="753" y="100"/>
                </a:cxn>
                <a:cxn ang="0">
                  <a:pos x="789" y="54"/>
                </a:cxn>
                <a:cxn ang="0">
                  <a:pos x="892" y="102"/>
                </a:cxn>
                <a:cxn ang="0">
                  <a:pos x="1052" y="155"/>
                </a:cxn>
                <a:cxn ang="0">
                  <a:pos x="1066" y="241"/>
                </a:cxn>
                <a:cxn ang="0">
                  <a:pos x="1085" y="302"/>
                </a:cxn>
                <a:cxn ang="0">
                  <a:pos x="1125" y="396"/>
                </a:cxn>
                <a:cxn ang="0">
                  <a:pos x="1117" y="552"/>
                </a:cxn>
                <a:cxn ang="0">
                  <a:pos x="1005" y="615"/>
                </a:cxn>
                <a:cxn ang="0">
                  <a:pos x="1018" y="744"/>
                </a:cxn>
                <a:cxn ang="0">
                  <a:pos x="1070" y="911"/>
                </a:cxn>
                <a:cxn ang="0">
                  <a:pos x="1096" y="1052"/>
                </a:cxn>
                <a:cxn ang="0">
                  <a:pos x="1125" y="1267"/>
                </a:cxn>
                <a:cxn ang="0">
                  <a:pos x="1037" y="1409"/>
                </a:cxn>
                <a:cxn ang="0">
                  <a:pos x="1058" y="1682"/>
                </a:cxn>
                <a:cxn ang="0">
                  <a:pos x="1117" y="2030"/>
                </a:cxn>
                <a:cxn ang="0">
                  <a:pos x="1172" y="2349"/>
                </a:cxn>
                <a:cxn ang="0">
                  <a:pos x="1232" y="2504"/>
                </a:cxn>
                <a:cxn ang="0">
                  <a:pos x="1268" y="2725"/>
                </a:cxn>
                <a:cxn ang="0">
                  <a:pos x="1212" y="2823"/>
                </a:cxn>
                <a:cxn ang="0">
                  <a:pos x="1114" y="2791"/>
                </a:cxn>
                <a:cxn ang="0">
                  <a:pos x="1082" y="2737"/>
                </a:cxn>
                <a:cxn ang="0">
                  <a:pos x="1036" y="2670"/>
                </a:cxn>
                <a:cxn ang="0">
                  <a:pos x="978" y="2549"/>
                </a:cxn>
                <a:cxn ang="0">
                  <a:pos x="907" y="2409"/>
                </a:cxn>
                <a:cxn ang="0">
                  <a:pos x="868" y="2107"/>
                </a:cxn>
                <a:cxn ang="0">
                  <a:pos x="802" y="1791"/>
                </a:cxn>
                <a:cxn ang="0">
                  <a:pos x="698" y="1527"/>
                </a:cxn>
                <a:cxn ang="0">
                  <a:pos x="640" y="1384"/>
                </a:cxn>
                <a:cxn ang="0">
                  <a:pos x="572" y="1619"/>
                </a:cxn>
                <a:cxn ang="0">
                  <a:pos x="479" y="1911"/>
                </a:cxn>
                <a:cxn ang="0">
                  <a:pos x="418" y="2175"/>
                </a:cxn>
                <a:cxn ang="0">
                  <a:pos x="353" y="2438"/>
                </a:cxn>
                <a:cxn ang="0">
                  <a:pos x="287" y="2639"/>
                </a:cxn>
                <a:cxn ang="0">
                  <a:pos x="248" y="2739"/>
                </a:cxn>
                <a:cxn ang="0">
                  <a:pos x="193" y="2793"/>
                </a:cxn>
                <a:cxn ang="0">
                  <a:pos x="29" y="2837"/>
                </a:cxn>
                <a:cxn ang="0">
                  <a:pos x="11" y="2786"/>
                </a:cxn>
                <a:cxn ang="0">
                  <a:pos x="89" y="2646"/>
                </a:cxn>
                <a:cxn ang="0">
                  <a:pos x="106" y="2528"/>
                </a:cxn>
                <a:cxn ang="0">
                  <a:pos x="117" y="2294"/>
                </a:cxn>
                <a:cxn ang="0">
                  <a:pos x="211" y="1940"/>
                </a:cxn>
                <a:cxn ang="0">
                  <a:pos x="232" y="1759"/>
                </a:cxn>
                <a:cxn ang="0">
                  <a:pos x="239" y="1522"/>
                </a:cxn>
                <a:cxn ang="0">
                  <a:pos x="257" y="1295"/>
                </a:cxn>
                <a:cxn ang="0">
                  <a:pos x="140" y="1194"/>
                </a:cxn>
                <a:cxn ang="0">
                  <a:pos x="197" y="1013"/>
                </a:cxn>
                <a:cxn ang="0">
                  <a:pos x="247" y="866"/>
                </a:cxn>
                <a:cxn ang="0">
                  <a:pos x="285" y="759"/>
                </a:cxn>
                <a:cxn ang="0">
                  <a:pos x="320" y="635"/>
                </a:cxn>
                <a:cxn ang="0">
                  <a:pos x="233" y="535"/>
                </a:cxn>
                <a:cxn ang="0">
                  <a:pos x="225" y="417"/>
                </a:cxn>
                <a:cxn ang="0">
                  <a:pos x="242" y="309"/>
                </a:cxn>
                <a:cxn ang="0">
                  <a:pos x="255" y="180"/>
                </a:cxn>
                <a:cxn ang="0">
                  <a:pos x="400" y="80"/>
                </a:cxn>
                <a:cxn ang="0">
                  <a:pos x="533" y="38"/>
                </a:cxn>
              </a:cxnLst>
              <a:rect l="0" t="0" r="r" b="b"/>
              <a:pathLst>
                <a:path w="1286" h="2838">
                  <a:moveTo>
                    <a:pt x="693" y="726"/>
                  </a:moveTo>
                  <a:lnTo>
                    <a:pt x="677" y="728"/>
                  </a:lnTo>
                  <a:lnTo>
                    <a:pt x="672" y="732"/>
                  </a:lnTo>
                  <a:lnTo>
                    <a:pt x="666" y="742"/>
                  </a:lnTo>
                  <a:lnTo>
                    <a:pt x="659" y="756"/>
                  </a:lnTo>
                  <a:lnTo>
                    <a:pt x="651" y="774"/>
                  </a:lnTo>
                  <a:lnTo>
                    <a:pt x="644" y="792"/>
                  </a:lnTo>
                  <a:lnTo>
                    <a:pt x="636" y="813"/>
                  </a:lnTo>
                  <a:lnTo>
                    <a:pt x="629" y="833"/>
                  </a:lnTo>
                  <a:lnTo>
                    <a:pt x="622" y="852"/>
                  </a:lnTo>
                  <a:lnTo>
                    <a:pt x="618" y="868"/>
                  </a:lnTo>
                  <a:lnTo>
                    <a:pt x="614" y="881"/>
                  </a:lnTo>
                  <a:lnTo>
                    <a:pt x="608" y="899"/>
                  </a:lnTo>
                  <a:lnTo>
                    <a:pt x="600" y="923"/>
                  </a:lnTo>
                  <a:lnTo>
                    <a:pt x="591" y="948"/>
                  </a:lnTo>
                  <a:lnTo>
                    <a:pt x="780" y="948"/>
                  </a:lnTo>
                  <a:lnTo>
                    <a:pt x="773" y="923"/>
                  </a:lnTo>
                  <a:lnTo>
                    <a:pt x="766" y="901"/>
                  </a:lnTo>
                  <a:lnTo>
                    <a:pt x="761" y="881"/>
                  </a:lnTo>
                  <a:lnTo>
                    <a:pt x="758" y="867"/>
                  </a:lnTo>
                  <a:lnTo>
                    <a:pt x="754" y="854"/>
                  </a:lnTo>
                  <a:lnTo>
                    <a:pt x="750" y="838"/>
                  </a:lnTo>
                  <a:lnTo>
                    <a:pt x="745" y="820"/>
                  </a:lnTo>
                  <a:lnTo>
                    <a:pt x="738" y="802"/>
                  </a:lnTo>
                  <a:lnTo>
                    <a:pt x="732" y="783"/>
                  </a:lnTo>
                  <a:lnTo>
                    <a:pt x="727" y="766"/>
                  </a:lnTo>
                  <a:lnTo>
                    <a:pt x="721" y="752"/>
                  </a:lnTo>
                  <a:lnTo>
                    <a:pt x="714" y="734"/>
                  </a:lnTo>
                  <a:lnTo>
                    <a:pt x="709" y="730"/>
                  </a:lnTo>
                  <a:lnTo>
                    <a:pt x="702" y="726"/>
                  </a:lnTo>
                  <a:lnTo>
                    <a:pt x="693" y="726"/>
                  </a:lnTo>
                  <a:close/>
                  <a:moveTo>
                    <a:pt x="552" y="0"/>
                  </a:moveTo>
                  <a:lnTo>
                    <a:pt x="555" y="2"/>
                  </a:lnTo>
                  <a:lnTo>
                    <a:pt x="556" y="9"/>
                  </a:lnTo>
                  <a:lnTo>
                    <a:pt x="556" y="19"/>
                  </a:lnTo>
                  <a:lnTo>
                    <a:pt x="557" y="31"/>
                  </a:lnTo>
                  <a:lnTo>
                    <a:pt x="561" y="40"/>
                  </a:lnTo>
                  <a:lnTo>
                    <a:pt x="564" y="46"/>
                  </a:lnTo>
                  <a:lnTo>
                    <a:pt x="571" y="56"/>
                  </a:lnTo>
                  <a:lnTo>
                    <a:pt x="579" y="68"/>
                  </a:lnTo>
                  <a:lnTo>
                    <a:pt x="589" y="81"/>
                  </a:lnTo>
                  <a:lnTo>
                    <a:pt x="599" y="96"/>
                  </a:lnTo>
                  <a:lnTo>
                    <a:pt x="608" y="111"/>
                  </a:lnTo>
                  <a:lnTo>
                    <a:pt x="619" y="131"/>
                  </a:lnTo>
                  <a:lnTo>
                    <a:pt x="632" y="156"/>
                  </a:lnTo>
                  <a:lnTo>
                    <a:pt x="643" y="183"/>
                  </a:lnTo>
                  <a:lnTo>
                    <a:pt x="654" y="210"/>
                  </a:lnTo>
                  <a:lnTo>
                    <a:pt x="663" y="234"/>
                  </a:lnTo>
                  <a:lnTo>
                    <a:pt x="669" y="253"/>
                  </a:lnTo>
                  <a:lnTo>
                    <a:pt x="674" y="274"/>
                  </a:lnTo>
                  <a:lnTo>
                    <a:pt x="684" y="316"/>
                  </a:lnTo>
                  <a:lnTo>
                    <a:pt x="688" y="335"/>
                  </a:lnTo>
                  <a:lnTo>
                    <a:pt x="692" y="351"/>
                  </a:lnTo>
                  <a:lnTo>
                    <a:pt x="693" y="362"/>
                  </a:lnTo>
                  <a:lnTo>
                    <a:pt x="693" y="368"/>
                  </a:lnTo>
                  <a:lnTo>
                    <a:pt x="694" y="373"/>
                  </a:lnTo>
                  <a:lnTo>
                    <a:pt x="696" y="377"/>
                  </a:lnTo>
                  <a:lnTo>
                    <a:pt x="698" y="378"/>
                  </a:lnTo>
                  <a:lnTo>
                    <a:pt x="705" y="378"/>
                  </a:lnTo>
                  <a:lnTo>
                    <a:pt x="706" y="375"/>
                  </a:lnTo>
                  <a:lnTo>
                    <a:pt x="706" y="346"/>
                  </a:lnTo>
                  <a:lnTo>
                    <a:pt x="708" y="327"/>
                  </a:lnTo>
                  <a:lnTo>
                    <a:pt x="710" y="305"/>
                  </a:lnTo>
                  <a:lnTo>
                    <a:pt x="721" y="232"/>
                  </a:lnTo>
                  <a:lnTo>
                    <a:pt x="725" y="213"/>
                  </a:lnTo>
                  <a:lnTo>
                    <a:pt x="730" y="191"/>
                  </a:lnTo>
                  <a:lnTo>
                    <a:pt x="736" y="168"/>
                  </a:lnTo>
                  <a:lnTo>
                    <a:pt x="742" y="143"/>
                  </a:lnTo>
                  <a:lnTo>
                    <a:pt x="747" y="121"/>
                  </a:lnTo>
                  <a:lnTo>
                    <a:pt x="753" y="100"/>
                  </a:lnTo>
                  <a:lnTo>
                    <a:pt x="758" y="84"/>
                  </a:lnTo>
                  <a:lnTo>
                    <a:pt x="763" y="73"/>
                  </a:lnTo>
                  <a:lnTo>
                    <a:pt x="767" y="55"/>
                  </a:lnTo>
                  <a:lnTo>
                    <a:pt x="768" y="39"/>
                  </a:lnTo>
                  <a:lnTo>
                    <a:pt x="767" y="26"/>
                  </a:lnTo>
                  <a:lnTo>
                    <a:pt x="766" y="17"/>
                  </a:lnTo>
                  <a:lnTo>
                    <a:pt x="767" y="16"/>
                  </a:lnTo>
                  <a:lnTo>
                    <a:pt x="769" y="19"/>
                  </a:lnTo>
                  <a:lnTo>
                    <a:pt x="778" y="35"/>
                  </a:lnTo>
                  <a:lnTo>
                    <a:pt x="789" y="54"/>
                  </a:lnTo>
                  <a:lnTo>
                    <a:pt x="794" y="61"/>
                  </a:lnTo>
                  <a:lnTo>
                    <a:pt x="801" y="69"/>
                  </a:lnTo>
                  <a:lnTo>
                    <a:pt x="810" y="76"/>
                  </a:lnTo>
                  <a:lnTo>
                    <a:pt x="818" y="83"/>
                  </a:lnTo>
                  <a:lnTo>
                    <a:pt x="825" y="88"/>
                  </a:lnTo>
                  <a:lnTo>
                    <a:pt x="827" y="89"/>
                  </a:lnTo>
                  <a:lnTo>
                    <a:pt x="837" y="92"/>
                  </a:lnTo>
                  <a:lnTo>
                    <a:pt x="851" y="96"/>
                  </a:lnTo>
                  <a:lnTo>
                    <a:pt x="870" y="99"/>
                  </a:lnTo>
                  <a:lnTo>
                    <a:pt x="892" y="102"/>
                  </a:lnTo>
                  <a:lnTo>
                    <a:pt x="916" y="104"/>
                  </a:lnTo>
                  <a:lnTo>
                    <a:pt x="940" y="106"/>
                  </a:lnTo>
                  <a:lnTo>
                    <a:pt x="963" y="109"/>
                  </a:lnTo>
                  <a:lnTo>
                    <a:pt x="983" y="110"/>
                  </a:lnTo>
                  <a:lnTo>
                    <a:pt x="1000" y="112"/>
                  </a:lnTo>
                  <a:lnTo>
                    <a:pt x="1018" y="117"/>
                  </a:lnTo>
                  <a:lnTo>
                    <a:pt x="1030" y="124"/>
                  </a:lnTo>
                  <a:lnTo>
                    <a:pt x="1040" y="133"/>
                  </a:lnTo>
                  <a:lnTo>
                    <a:pt x="1047" y="143"/>
                  </a:lnTo>
                  <a:lnTo>
                    <a:pt x="1052" y="155"/>
                  </a:lnTo>
                  <a:lnTo>
                    <a:pt x="1055" y="166"/>
                  </a:lnTo>
                  <a:lnTo>
                    <a:pt x="1057" y="175"/>
                  </a:lnTo>
                  <a:lnTo>
                    <a:pt x="1058" y="187"/>
                  </a:lnTo>
                  <a:lnTo>
                    <a:pt x="1056" y="199"/>
                  </a:lnTo>
                  <a:lnTo>
                    <a:pt x="1053" y="211"/>
                  </a:lnTo>
                  <a:lnTo>
                    <a:pt x="1050" y="220"/>
                  </a:lnTo>
                  <a:lnTo>
                    <a:pt x="1048" y="226"/>
                  </a:lnTo>
                  <a:lnTo>
                    <a:pt x="1050" y="231"/>
                  </a:lnTo>
                  <a:lnTo>
                    <a:pt x="1062" y="238"/>
                  </a:lnTo>
                  <a:lnTo>
                    <a:pt x="1066" y="241"/>
                  </a:lnTo>
                  <a:lnTo>
                    <a:pt x="1066" y="246"/>
                  </a:lnTo>
                  <a:lnTo>
                    <a:pt x="1062" y="260"/>
                  </a:lnTo>
                  <a:lnTo>
                    <a:pt x="1060" y="266"/>
                  </a:lnTo>
                  <a:lnTo>
                    <a:pt x="1062" y="269"/>
                  </a:lnTo>
                  <a:lnTo>
                    <a:pt x="1066" y="274"/>
                  </a:lnTo>
                  <a:lnTo>
                    <a:pt x="1069" y="278"/>
                  </a:lnTo>
                  <a:lnTo>
                    <a:pt x="1069" y="281"/>
                  </a:lnTo>
                  <a:lnTo>
                    <a:pt x="1070" y="285"/>
                  </a:lnTo>
                  <a:lnTo>
                    <a:pt x="1073" y="290"/>
                  </a:lnTo>
                  <a:lnTo>
                    <a:pt x="1085" y="302"/>
                  </a:lnTo>
                  <a:lnTo>
                    <a:pt x="1089" y="310"/>
                  </a:lnTo>
                  <a:lnTo>
                    <a:pt x="1095" y="324"/>
                  </a:lnTo>
                  <a:lnTo>
                    <a:pt x="1101" y="339"/>
                  </a:lnTo>
                  <a:lnTo>
                    <a:pt x="1108" y="353"/>
                  </a:lnTo>
                  <a:lnTo>
                    <a:pt x="1114" y="363"/>
                  </a:lnTo>
                  <a:lnTo>
                    <a:pt x="1117" y="371"/>
                  </a:lnTo>
                  <a:lnTo>
                    <a:pt x="1118" y="380"/>
                  </a:lnTo>
                  <a:lnTo>
                    <a:pt x="1121" y="388"/>
                  </a:lnTo>
                  <a:lnTo>
                    <a:pt x="1123" y="392"/>
                  </a:lnTo>
                  <a:lnTo>
                    <a:pt x="1125" y="396"/>
                  </a:lnTo>
                  <a:lnTo>
                    <a:pt x="1128" y="402"/>
                  </a:lnTo>
                  <a:lnTo>
                    <a:pt x="1132" y="410"/>
                  </a:lnTo>
                  <a:lnTo>
                    <a:pt x="1136" y="421"/>
                  </a:lnTo>
                  <a:lnTo>
                    <a:pt x="1140" y="438"/>
                  </a:lnTo>
                  <a:lnTo>
                    <a:pt x="1146" y="459"/>
                  </a:lnTo>
                  <a:lnTo>
                    <a:pt x="1147" y="478"/>
                  </a:lnTo>
                  <a:lnTo>
                    <a:pt x="1144" y="497"/>
                  </a:lnTo>
                  <a:lnTo>
                    <a:pt x="1137" y="517"/>
                  </a:lnTo>
                  <a:lnTo>
                    <a:pt x="1128" y="535"/>
                  </a:lnTo>
                  <a:lnTo>
                    <a:pt x="1117" y="552"/>
                  </a:lnTo>
                  <a:lnTo>
                    <a:pt x="1106" y="567"/>
                  </a:lnTo>
                  <a:lnTo>
                    <a:pt x="1095" y="580"/>
                  </a:lnTo>
                  <a:lnTo>
                    <a:pt x="1086" y="590"/>
                  </a:lnTo>
                  <a:lnTo>
                    <a:pt x="1080" y="596"/>
                  </a:lnTo>
                  <a:lnTo>
                    <a:pt x="1072" y="601"/>
                  </a:lnTo>
                  <a:lnTo>
                    <a:pt x="1060" y="604"/>
                  </a:lnTo>
                  <a:lnTo>
                    <a:pt x="1047" y="606"/>
                  </a:lnTo>
                  <a:lnTo>
                    <a:pt x="1031" y="609"/>
                  </a:lnTo>
                  <a:lnTo>
                    <a:pt x="1018" y="612"/>
                  </a:lnTo>
                  <a:lnTo>
                    <a:pt x="1005" y="615"/>
                  </a:lnTo>
                  <a:lnTo>
                    <a:pt x="997" y="618"/>
                  </a:lnTo>
                  <a:lnTo>
                    <a:pt x="993" y="621"/>
                  </a:lnTo>
                  <a:lnTo>
                    <a:pt x="994" y="627"/>
                  </a:lnTo>
                  <a:lnTo>
                    <a:pt x="996" y="639"/>
                  </a:lnTo>
                  <a:lnTo>
                    <a:pt x="999" y="654"/>
                  </a:lnTo>
                  <a:lnTo>
                    <a:pt x="1002" y="672"/>
                  </a:lnTo>
                  <a:lnTo>
                    <a:pt x="1006" y="690"/>
                  </a:lnTo>
                  <a:lnTo>
                    <a:pt x="1011" y="709"/>
                  </a:lnTo>
                  <a:lnTo>
                    <a:pt x="1014" y="727"/>
                  </a:lnTo>
                  <a:lnTo>
                    <a:pt x="1018" y="744"/>
                  </a:lnTo>
                  <a:lnTo>
                    <a:pt x="1021" y="756"/>
                  </a:lnTo>
                  <a:lnTo>
                    <a:pt x="1022" y="766"/>
                  </a:lnTo>
                  <a:lnTo>
                    <a:pt x="1026" y="779"/>
                  </a:lnTo>
                  <a:lnTo>
                    <a:pt x="1030" y="795"/>
                  </a:lnTo>
                  <a:lnTo>
                    <a:pt x="1036" y="813"/>
                  </a:lnTo>
                  <a:lnTo>
                    <a:pt x="1043" y="832"/>
                  </a:lnTo>
                  <a:lnTo>
                    <a:pt x="1050" y="852"/>
                  </a:lnTo>
                  <a:lnTo>
                    <a:pt x="1069" y="898"/>
                  </a:lnTo>
                  <a:lnTo>
                    <a:pt x="1070" y="906"/>
                  </a:lnTo>
                  <a:lnTo>
                    <a:pt x="1070" y="911"/>
                  </a:lnTo>
                  <a:lnTo>
                    <a:pt x="1067" y="912"/>
                  </a:lnTo>
                  <a:lnTo>
                    <a:pt x="1066" y="912"/>
                  </a:lnTo>
                  <a:lnTo>
                    <a:pt x="1065" y="913"/>
                  </a:lnTo>
                  <a:lnTo>
                    <a:pt x="1065" y="920"/>
                  </a:lnTo>
                  <a:lnTo>
                    <a:pt x="1070" y="934"/>
                  </a:lnTo>
                  <a:lnTo>
                    <a:pt x="1073" y="951"/>
                  </a:lnTo>
                  <a:lnTo>
                    <a:pt x="1079" y="972"/>
                  </a:lnTo>
                  <a:lnTo>
                    <a:pt x="1084" y="996"/>
                  </a:lnTo>
                  <a:lnTo>
                    <a:pt x="1089" y="1023"/>
                  </a:lnTo>
                  <a:lnTo>
                    <a:pt x="1096" y="1052"/>
                  </a:lnTo>
                  <a:lnTo>
                    <a:pt x="1108" y="1112"/>
                  </a:lnTo>
                  <a:lnTo>
                    <a:pt x="1115" y="1143"/>
                  </a:lnTo>
                  <a:lnTo>
                    <a:pt x="1120" y="1170"/>
                  </a:lnTo>
                  <a:lnTo>
                    <a:pt x="1125" y="1196"/>
                  </a:lnTo>
                  <a:lnTo>
                    <a:pt x="1129" y="1218"/>
                  </a:lnTo>
                  <a:lnTo>
                    <a:pt x="1132" y="1236"/>
                  </a:lnTo>
                  <a:lnTo>
                    <a:pt x="1135" y="1248"/>
                  </a:lnTo>
                  <a:lnTo>
                    <a:pt x="1136" y="1255"/>
                  </a:lnTo>
                  <a:lnTo>
                    <a:pt x="1133" y="1260"/>
                  </a:lnTo>
                  <a:lnTo>
                    <a:pt x="1125" y="1267"/>
                  </a:lnTo>
                  <a:lnTo>
                    <a:pt x="1111" y="1273"/>
                  </a:lnTo>
                  <a:lnTo>
                    <a:pt x="1094" y="1281"/>
                  </a:lnTo>
                  <a:lnTo>
                    <a:pt x="1074" y="1288"/>
                  </a:lnTo>
                  <a:lnTo>
                    <a:pt x="1053" y="1295"/>
                  </a:lnTo>
                  <a:lnTo>
                    <a:pt x="1031" y="1302"/>
                  </a:lnTo>
                  <a:lnTo>
                    <a:pt x="1035" y="1316"/>
                  </a:lnTo>
                  <a:lnTo>
                    <a:pt x="1037" y="1326"/>
                  </a:lnTo>
                  <a:lnTo>
                    <a:pt x="1038" y="1350"/>
                  </a:lnTo>
                  <a:lnTo>
                    <a:pt x="1038" y="1377"/>
                  </a:lnTo>
                  <a:lnTo>
                    <a:pt x="1037" y="1409"/>
                  </a:lnTo>
                  <a:lnTo>
                    <a:pt x="1037" y="1441"/>
                  </a:lnTo>
                  <a:lnTo>
                    <a:pt x="1036" y="1474"/>
                  </a:lnTo>
                  <a:lnTo>
                    <a:pt x="1035" y="1504"/>
                  </a:lnTo>
                  <a:lnTo>
                    <a:pt x="1035" y="1533"/>
                  </a:lnTo>
                  <a:lnTo>
                    <a:pt x="1036" y="1559"/>
                  </a:lnTo>
                  <a:lnTo>
                    <a:pt x="1038" y="1579"/>
                  </a:lnTo>
                  <a:lnTo>
                    <a:pt x="1042" y="1596"/>
                  </a:lnTo>
                  <a:lnTo>
                    <a:pt x="1047" y="1621"/>
                  </a:lnTo>
                  <a:lnTo>
                    <a:pt x="1051" y="1648"/>
                  </a:lnTo>
                  <a:lnTo>
                    <a:pt x="1058" y="1682"/>
                  </a:lnTo>
                  <a:lnTo>
                    <a:pt x="1065" y="1718"/>
                  </a:lnTo>
                  <a:lnTo>
                    <a:pt x="1072" y="1755"/>
                  </a:lnTo>
                  <a:lnTo>
                    <a:pt x="1078" y="1794"/>
                  </a:lnTo>
                  <a:lnTo>
                    <a:pt x="1085" y="1832"/>
                  </a:lnTo>
                  <a:lnTo>
                    <a:pt x="1092" y="1868"/>
                  </a:lnTo>
                  <a:lnTo>
                    <a:pt x="1096" y="1902"/>
                  </a:lnTo>
                  <a:lnTo>
                    <a:pt x="1101" y="1932"/>
                  </a:lnTo>
                  <a:lnTo>
                    <a:pt x="1106" y="1961"/>
                  </a:lnTo>
                  <a:lnTo>
                    <a:pt x="1110" y="1995"/>
                  </a:lnTo>
                  <a:lnTo>
                    <a:pt x="1117" y="2030"/>
                  </a:lnTo>
                  <a:lnTo>
                    <a:pt x="1131" y="2102"/>
                  </a:lnTo>
                  <a:lnTo>
                    <a:pt x="1138" y="2137"/>
                  </a:lnTo>
                  <a:lnTo>
                    <a:pt x="1145" y="2171"/>
                  </a:lnTo>
                  <a:lnTo>
                    <a:pt x="1151" y="2201"/>
                  </a:lnTo>
                  <a:lnTo>
                    <a:pt x="1157" y="2228"/>
                  </a:lnTo>
                  <a:lnTo>
                    <a:pt x="1161" y="2250"/>
                  </a:lnTo>
                  <a:lnTo>
                    <a:pt x="1165" y="2265"/>
                  </a:lnTo>
                  <a:lnTo>
                    <a:pt x="1168" y="2283"/>
                  </a:lnTo>
                  <a:lnTo>
                    <a:pt x="1169" y="2304"/>
                  </a:lnTo>
                  <a:lnTo>
                    <a:pt x="1172" y="2349"/>
                  </a:lnTo>
                  <a:lnTo>
                    <a:pt x="1174" y="2370"/>
                  </a:lnTo>
                  <a:lnTo>
                    <a:pt x="1176" y="2388"/>
                  </a:lnTo>
                  <a:lnTo>
                    <a:pt x="1180" y="2404"/>
                  </a:lnTo>
                  <a:lnTo>
                    <a:pt x="1186" y="2416"/>
                  </a:lnTo>
                  <a:lnTo>
                    <a:pt x="1201" y="2433"/>
                  </a:lnTo>
                  <a:lnTo>
                    <a:pt x="1215" y="2450"/>
                  </a:lnTo>
                  <a:lnTo>
                    <a:pt x="1225" y="2466"/>
                  </a:lnTo>
                  <a:lnTo>
                    <a:pt x="1232" y="2481"/>
                  </a:lnTo>
                  <a:lnTo>
                    <a:pt x="1233" y="2490"/>
                  </a:lnTo>
                  <a:lnTo>
                    <a:pt x="1232" y="2504"/>
                  </a:lnTo>
                  <a:lnTo>
                    <a:pt x="1231" y="2523"/>
                  </a:lnTo>
                  <a:lnTo>
                    <a:pt x="1227" y="2543"/>
                  </a:lnTo>
                  <a:lnTo>
                    <a:pt x="1224" y="2565"/>
                  </a:lnTo>
                  <a:lnTo>
                    <a:pt x="1220" y="2585"/>
                  </a:lnTo>
                  <a:lnTo>
                    <a:pt x="1217" y="2603"/>
                  </a:lnTo>
                  <a:lnTo>
                    <a:pt x="1211" y="2627"/>
                  </a:lnTo>
                  <a:lnTo>
                    <a:pt x="1222" y="2649"/>
                  </a:lnTo>
                  <a:lnTo>
                    <a:pt x="1233" y="2670"/>
                  </a:lnTo>
                  <a:lnTo>
                    <a:pt x="1256" y="2709"/>
                  </a:lnTo>
                  <a:lnTo>
                    <a:pt x="1268" y="2725"/>
                  </a:lnTo>
                  <a:lnTo>
                    <a:pt x="1277" y="2741"/>
                  </a:lnTo>
                  <a:lnTo>
                    <a:pt x="1283" y="2752"/>
                  </a:lnTo>
                  <a:lnTo>
                    <a:pt x="1286" y="2768"/>
                  </a:lnTo>
                  <a:lnTo>
                    <a:pt x="1284" y="2785"/>
                  </a:lnTo>
                  <a:lnTo>
                    <a:pt x="1278" y="2800"/>
                  </a:lnTo>
                  <a:lnTo>
                    <a:pt x="1268" y="2810"/>
                  </a:lnTo>
                  <a:lnTo>
                    <a:pt x="1257" y="2817"/>
                  </a:lnTo>
                  <a:lnTo>
                    <a:pt x="1246" y="2821"/>
                  </a:lnTo>
                  <a:lnTo>
                    <a:pt x="1230" y="2822"/>
                  </a:lnTo>
                  <a:lnTo>
                    <a:pt x="1212" y="2823"/>
                  </a:lnTo>
                  <a:lnTo>
                    <a:pt x="1194" y="2822"/>
                  </a:lnTo>
                  <a:lnTo>
                    <a:pt x="1179" y="2821"/>
                  </a:lnTo>
                  <a:lnTo>
                    <a:pt x="1168" y="2818"/>
                  </a:lnTo>
                  <a:lnTo>
                    <a:pt x="1166" y="2818"/>
                  </a:lnTo>
                  <a:lnTo>
                    <a:pt x="1160" y="2817"/>
                  </a:lnTo>
                  <a:lnTo>
                    <a:pt x="1151" y="2815"/>
                  </a:lnTo>
                  <a:lnTo>
                    <a:pt x="1140" y="2811"/>
                  </a:lnTo>
                  <a:lnTo>
                    <a:pt x="1129" y="2804"/>
                  </a:lnTo>
                  <a:lnTo>
                    <a:pt x="1122" y="2798"/>
                  </a:lnTo>
                  <a:lnTo>
                    <a:pt x="1114" y="2791"/>
                  </a:lnTo>
                  <a:lnTo>
                    <a:pt x="1108" y="2784"/>
                  </a:lnTo>
                  <a:lnTo>
                    <a:pt x="1104" y="2772"/>
                  </a:lnTo>
                  <a:lnTo>
                    <a:pt x="1100" y="2746"/>
                  </a:lnTo>
                  <a:lnTo>
                    <a:pt x="1098" y="2738"/>
                  </a:lnTo>
                  <a:lnTo>
                    <a:pt x="1095" y="2734"/>
                  </a:lnTo>
                  <a:lnTo>
                    <a:pt x="1094" y="2734"/>
                  </a:lnTo>
                  <a:lnTo>
                    <a:pt x="1092" y="2735"/>
                  </a:lnTo>
                  <a:lnTo>
                    <a:pt x="1089" y="2735"/>
                  </a:lnTo>
                  <a:lnTo>
                    <a:pt x="1085" y="2737"/>
                  </a:lnTo>
                  <a:lnTo>
                    <a:pt x="1082" y="2737"/>
                  </a:lnTo>
                  <a:lnTo>
                    <a:pt x="1078" y="2736"/>
                  </a:lnTo>
                  <a:lnTo>
                    <a:pt x="1071" y="2732"/>
                  </a:lnTo>
                  <a:lnTo>
                    <a:pt x="1063" y="2728"/>
                  </a:lnTo>
                  <a:lnTo>
                    <a:pt x="1053" y="2722"/>
                  </a:lnTo>
                  <a:lnTo>
                    <a:pt x="1047" y="2717"/>
                  </a:lnTo>
                  <a:lnTo>
                    <a:pt x="1042" y="2713"/>
                  </a:lnTo>
                  <a:lnTo>
                    <a:pt x="1040" y="2708"/>
                  </a:lnTo>
                  <a:lnTo>
                    <a:pt x="1038" y="2697"/>
                  </a:lnTo>
                  <a:lnTo>
                    <a:pt x="1037" y="2685"/>
                  </a:lnTo>
                  <a:lnTo>
                    <a:pt x="1036" y="2670"/>
                  </a:lnTo>
                  <a:lnTo>
                    <a:pt x="1036" y="2652"/>
                  </a:lnTo>
                  <a:lnTo>
                    <a:pt x="1035" y="2636"/>
                  </a:lnTo>
                  <a:lnTo>
                    <a:pt x="1035" y="2621"/>
                  </a:lnTo>
                  <a:lnTo>
                    <a:pt x="1030" y="2617"/>
                  </a:lnTo>
                  <a:lnTo>
                    <a:pt x="1024" y="2615"/>
                  </a:lnTo>
                  <a:lnTo>
                    <a:pt x="1019" y="2611"/>
                  </a:lnTo>
                  <a:lnTo>
                    <a:pt x="1006" y="2600"/>
                  </a:lnTo>
                  <a:lnTo>
                    <a:pt x="994" y="2585"/>
                  </a:lnTo>
                  <a:lnTo>
                    <a:pt x="985" y="2567"/>
                  </a:lnTo>
                  <a:lnTo>
                    <a:pt x="978" y="2549"/>
                  </a:lnTo>
                  <a:lnTo>
                    <a:pt x="972" y="2530"/>
                  </a:lnTo>
                  <a:lnTo>
                    <a:pt x="968" y="2514"/>
                  </a:lnTo>
                  <a:lnTo>
                    <a:pt x="965" y="2501"/>
                  </a:lnTo>
                  <a:lnTo>
                    <a:pt x="960" y="2487"/>
                  </a:lnTo>
                  <a:lnTo>
                    <a:pt x="949" y="2474"/>
                  </a:lnTo>
                  <a:lnTo>
                    <a:pt x="936" y="2464"/>
                  </a:lnTo>
                  <a:lnTo>
                    <a:pt x="925" y="2451"/>
                  </a:lnTo>
                  <a:lnTo>
                    <a:pt x="914" y="2437"/>
                  </a:lnTo>
                  <a:lnTo>
                    <a:pt x="911" y="2427"/>
                  </a:lnTo>
                  <a:lnTo>
                    <a:pt x="907" y="2409"/>
                  </a:lnTo>
                  <a:lnTo>
                    <a:pt x="904" y="2387"/>
                  </a:lnTo>
                  <a:lnTo>
                    <a:pt x="899" y="2359"/>
                  </a:lnTo>
                  <a:lnTo>
                    <a:pt x="896" y="2328"/>
                  </a:lnTo>
                  <a:lnTo>
                    <a:pt x="891" y="2294"/>
                  </a:lnTo>
                  <a:lnTo>
                    <a:pt x="888" y="2259"/>
                  </a:lnTo>
                  <a:lnTo>
                    <a:pt x="883" y="2224"/>
                  </a:lnTo>
                  <a:lnTo>
                    <a:pt x="880" y="2190"/>
                  </a:lnTo>
                  <a:lnTo>
                    <a:pt x="876" y="2159"/>
                  </a:lnTo>
                  <a:lnTo>
                    <a:pt x="871" y="2131"/>
                  </a:lnTo>
                  <a:lnTo>
                    <a:pt x="868" y="2107"/>
                  </a:lnTo>
                  <a:lnTo>
                    <a:pt x="863" y="2079"/>
                  </a:lnTo>
                  <a:lnTo>
                    <a:pt x="856" y="2046"/>
                  </a:lnTo>
                  <a:lnTo>
                    <a:pt x="849" y="2011"/>
                  </a:lnTo>
                  <a:lnTo>
                    <a:pt x="843" y="1975"/>
                  </a:lnTo>
                  <a:lnTo>
                    <a:pt x="836" y="1938"/>
                  </a:lnTo>
                  <a:lnTo>
                    <a:pt x="827" y="1902"/>
                  </a:lnTo>
                  <a:lnTo>
                    <a:pt x="820" y="1867"/>
                  </a:lnTo>
                  <a:lnTo>
                    <a:pt x="814" y="1837"/>
                  </a:lnTo>
                  <a:lnTo>
                    <a:pt x="807" y="1811"/>
                  </a:lnTo>
                  <a:lnTo>
                    <a:pt x="802" y="1791"/>
                  </a:lnTo>
                  <a:lnTo>
                    <a:pt x="795" y="1768"/>
                  </a:lnTo>
                  <a:lnTo>
                    <a:pt x="788" y="1743"/>
                  </a:lnTo>
                  <a:lnTo>
                    <a:pt x="760" y="1662"/>
                  </a:lnTo>
                  <a:lnTo>
                    <a:pt x="751" y="1639"/>
                  </a:lnTo>
                  <a:lnTo>
                    <a:pt x="742" y="1619"/>
                  </a:lnTo>
                  <a:lnTo>
                    <a:pt x="732" y="1605"/>
                  </a:lnTo>
                  <a:lnTo>
                    <a:pt x="725" y="1593"/>
                  </a:lnTo>
                  <a:lnTo>
                    <a:pt x="717" y="1575"/>
                  </a:lnTo>
                  <a:lnTo>
                    <a:pt x="708" y="1553"/>
                  </a:lnTo>
                  <a:lnTo>
                    <a:pt x="698" y="1527"/>
                  </a:lnTo>
                  <a:lnTo>
                    <a:pt x="688" y="1501"/>
                  </a:lnTo>
                  <a:lnTo>
                    <a:pt x="678" y="1474"/>
                  </a:lnTo>
                  <a:lnTo>
                    <a:pt x="669" y="1448"/>
                  </a:lnTo>
                  <a:lnTo>
                    <a:pt x="661" y="1424"/>
                  </a:lnTo>
                  <a:lnTo>
                    <a:pt x="655" y="1404"/>
                  </a:lnTo>
                  <a:lnTo>
                    <a:pt x="650" y="1389"/>
                  </a:lnTo>
                  <a:lnTo>
                    <a:pt x="647" y="1379"/>
                  </a:lnTo>
                  <a:lnTo>
                    <a:pt x="644" y="1375"/>
                  </a:lnTo>
                  <a:lnTo>
                    <a:pt x="642" y="1377"/>
                  </a:lnTo>
                  <a:lnTo>
                    <a:pt x="640" y="1384"/>
                  </a:lnTo>
                  <a:lnTo>
                    <a:pt x="638" y="1396"/>
                  </a:lnTo>
                  <a:lnTo>
                    <a:pt x="636" y="1411"/>
                  </a:lnTo>
                  <a:lnTo>
                    <a:pt x="633" y="1427"/>
                  </a:lnTo>
                  <a:lnTo>
                    <a:pt x="629" y="1446"/>
                  </a:lnTo>
                  <a:lnTo>
                    <a:pt x="625" y="1465"/>
                  </a:lnTo>
                  <a:lnTo>
                    <a:pt x="616" y="1488"/>
                  </a:lnTo>
                  <a:lnTo>
                    <a:pt x="607" y="1517"/>
                  </a:lnTo>
                  <a:lnTo>
                    <a:pt x="597" y="1550"/>
                  </a:lnTo>
                  <a:lnTo>
                    <a:pt x="585" y="1584"/>
                  </a:lnTo>
                  <a:lnTo>
                    <a:pt x="572" y="1619"/>
                  </a:lnTo>
                  <a:lnTo>
                    <a:pt x="561" y="1654"/>
                  </a:lnTo>
                  <a:lnTo>
                    <a:pt x="548" y="1686"/>
                  </a:lnTo>
                  <a:lnTo>
                    <a:pt x="538" y="1712"/>
                  </a:lnTo>
                  <a:lnTo>
                    <a:pt x="526" y="1743"/>
                  </a:lnTo>
                  <a:lnTo>
                    <a:pt x="516" y="1774"/>
                  </a:lnTo>
                  <a:lnTo>
                    <a:pt x="507" y="1807"/>
                  </a:lnTo>
                  <a:lnTo>
                    <a:pt x="499" y="1838"/>
                  </a:lnTo>
                  <a:lnTo>
                    <a:pt x="492" y="1867"/>
                  </a:lnTo>
                  <a:lnTo>
                    <a:pt x="485" y="1892"/>
                  </a:lnTo>
                  <a:lnTo>
                    <a:pt x="479" y="1911"/>
                  </a:lnTo>
                  <a:lnTo>
                    <a:pt x="474" y="1923"/>
                  </a:lnTo>
                  <a:lnTo>
                    <a:pt x="469" y="1942"/>
                  </a:lnTo>
                  <a:lnTo>
                    <a:pt x="463" y="1964"/>
                  </a:lnTo>
                  <a:lnTo>
                    <a:pt x="458" y="1990"/>
                  </a:lnTo>
                  <a:lnTo>
                    <a:pt x="451" y="2019"/>
                  </a:lnTo>
                  <a:lnTo>
                    <a:pt x="444" y="2051"/>
                  </a:lnTo>
                  <a:lnTo>
                    <a:pt x="437" y="2083"/>
                  </a:lnTo>
                  <a:lnTo>
                    <a:pt x="431" y="2116"/>
                  </a:lnTo>
                  <a:lnTo>
                    <a:pt x="424" y="2146"/>
                  </a:lnTo>
                  <a:lnTo>
                    <a:pt x="418" y="2175"/>
                  </a:lnTo>
                  <a:lnTo>
                    <a:pt x="414" y="2201"/>
                  </a:lnTo>
                  <a:lnTo>
                    <a:pt x="410" y="2222"/>
                  </a:lnTo>
                  <a:lnTo>
                    <a:pt x="407" y="2238"/>
                  </a:lnTo>
                  <a:lnTo>
                    <a:pt x="402" y="2265"/>
                  </a:lnTo>
                  <a:lnTo>
                    <a:pt x="390" y="2328"/>
                  </a:lnTo>
                  <a:lnTo>
                    <a:pt x="383" y="2358"/>
                  </a:lnTo>
                  <a:lnTo>
                    <a:pt x="377" y="2386"/>
                  </a:lnTo>
                  <a:lnTo>
                    <a:pt x="368" y="2408"/>
                  </a:lnTo>
                  <a:lnTo>
                    <a:pt x="361" y="2423"/>
                  </a:lnTo>
                  <a:lnTo>
                    <a:pt x="353" y="2438"/>
                  </a:lnTo>
                  <a:lnTo>
                    <a:pt x="349" y="2452"/>
                  </a:lnTo>
                  <a:lnTo>
                    <a:pt x="346" y="2467"/>
                  </a:lnTo>
                  <a:lnTo>
                    <a:pt x="346" y="2531"/>
                  </a:lnTo>
                  <a:lnTo>
                    <a:pt x="345" y="2557"/>
                  </a:lnTo>
                  <a:lnTo>
                    <a:pt x="341" y="2579"/>
                  </a:lnTo>
                  <a:lnTo>
                    <a:pt x="332" y="2599"/>
                  </a:lnTo>
                  <a:lnTo>
                    <a:pt x="326" y="2608"/>
                  </a:lnTo>
                  <a:lnTo>
                    <a:pt x="315" y="2617"/>
                  </a:lnTo>
                  <a:lnTo>
                    <a:pt x="302" y="2629"/>
                  </a:lnTo>
                  <a:lnTo>
                    <a:pt x="287" y="2639"/>
                  </a:lnTo>
                  <a:lnTo>
                    <a:pt x="286" y="2654"/>
                  </a:lnTo>
                  <a:lnTo>
                    <a:pt x="285" y="2671"/>
                  </a:lnTo>
                  <a:lnTo>
                    <a:pt x="284" y="2688"/>
                  </a:lnTo>
                  <a:lnTo>
                    <a:pt x="283" y="2702"/>
                  </a:lnTo>
                  <a:lnTo>
                    <a:pt x="283" y="2714"/>
                  </a:lnTo>
                  <a:lnTo>
                    <a:pt x="281" y="2720"/>
                  </a:lnTo>
                  <a:lnTo>
                    <a:pt x="278" y="2724"/>
                  </a:lnTo>
                  <a:lnTo>
                    <a:pt x="269" y="2730"/>
                  </a:lnTo>
                  <a:lnTo>
                    <a:pt x="258" y="2736"/>
                  </a:lnTo>
                  <a:lnTo>
                    <a:pt x="248" y="2739"/>
                  </a:lnTo>
                  <a:lnTo>
                    <a:pt x="234" y="2742"/>
                  </a:lnTo>
                  <a:lnTo>
                    <a:pt x="222" y="2743"/>
                  </a:lnTo>
                  <a:lnTo>
                    <a:pt x="214" y="2745"/>
                  </a:lnTo>
                  <a:lnTo>
                    <a:pt x="211" y="2748"/>
                  </a:lnTo>
                  <a:lnTo>
                    <a:pt x="210" y="2753"/>
                  </a:lnTo>
                  <a:lnTo>
                    <a:pt x="208" y="2760"/>
                  </a:lnTo>
                  <a:lnTo>
                    <a:pt x="208" y="2768"/>
                  </a:lnTo>
                  <a:lnTo>
                    <a:pt x="206" y="2778"/>
                  </a:lnTo>
                  <a:lnTo>
                    <a:pt x="203" y="2785"/>
                  </a:lnTo>
                  <a:lnTo>
                    <a:pt x="193" y="2793"/>
                  </a:lnTo>
                  <a:lnTo>
                    <a:pt x="183" y="2802"/>
                  </a:lnTo>
                  <a:lnTo>
                    <a:pt x="169" y="2810"/>
                  </a:lnTo>
                  <a:lnTo>
                    <a:pt x="154" y="2820"/>
                  </a:lnTo>
                  <a:lnTo>
                    <a:pt x="140" y="2827"/>
                  </a:lnTo>
                  <a:lnTo>
                    <a:pt x="127" y="2832"/>
                  </a:lnTo>
                  <a:lnTo>
                    <a:pt x="109" y="2837"/>
                  </a:lnTo>
                  <a:lnTo>
                    <a:pt x="88" y="2838"/>
                  </a:lnTo>
                  <a:lnTo>
                    <a:pt x="67" y="2838"/>
                  </a:lnTo>
                  <a:lnTo>
                    <a:pt x="47" y="2837"/>
                  </a:lnTo>
                  <a:lnTo>
                    <a:pt x="29" y="2837"/>
                  </a:lnTo>
                  <a:lnTo>
                    <a:pt x="23" y="2836"/>
                  </a:lnTo>
                  <a:lnTo>
                    <a:pt x="15" y="2835"/>
                  </a:lnTo>
                  <a:lnTo>
                    <a:pt x="6" y="2832"/>
                  </a:lnTo>
                  <a:lnTo>
                    <a:pt x="1" y="2829"/>
                  </a:lnTo>
                  <a:lnTo>
                    <a:pt x="0" y="2823"/>
                  </a:lnTo>
                  <a:lnTo>
                    <a:pt x="0" y="2815"/>
                  </a:lnTo>
                  <a:lnTo>
                    <a:pt x="2" y="2808"/>
                  </a:lnTo>
                  <a:lnTo>
                    <a:pt x="6" y="2800"/>
                  </a:lnTo>
                  <a:lnTo>
                    <a:pt x="8" y="2794"/>
                  </a:lnTo>
                  <a:lnTo>
                    <a:pt x="11" y="2786"/>
                  </a:lnTo>
                  <a:lnTo>
                    <a:pt x="16" y="2772"/>
                  </a:lnTo>
                  <a:lnTo>
                    <a:pt x="21" y="2757"/>
                  </a:lnTo>
                  <a:lnTo>
                    <a:pt x="28" y="2742"/>
                  </a:lnTo>
                  <a:lnTo>
                    <a:pt x="36" y="2729"/>
                  </a:lnTo>
                  <a:lnTo>
                    <a:pt x="42" y="2722"/>
                  </a:lnTo>
                  <a:lnTo>
                    <a:pt x="48" y="2710"/>
                  </a:lnTo>
                  <a:lnTo>
                    <a:pt x="58" y="2695"/>
                  </a:lnTo>
                  <a:lnTo>
                    <a:pt x="68" y="2680"/>
                  </a:lnTo>
                  <a:lnTo>
                    <a:pt x="79" y="2663"/>
                  </a:lnTo>
                  <a:lnTo>
                    <a:pt x="89" y="2646"/>
                  </a:lnTo>
                  <a:lnTo>
                    <a:pt x="98" y="2631"/>
                  </a:lnTo>
                  <a:lnTo>
                    <a:pt x="105" y="2620"/>
                  </a:lnTo>
                  <a:lnTo>
                    <a:pt x="102" y="2611"/>
                  </a:lnTo>
                  <a:lnTo>
                    <a:pt x="102" y="2601"/>
                  </a:lnTo>
                  <a:lnTo>
                    <a:pt x="104" y="2589"/>
                  </a:lnTo>
                  <a:lnTo>
                    <a:pt x="113" y="2564"/>
                  </a:lnTo>
                  <a:lnTo>
                    <a:pt x="117" y="2551"/>
                  </a:lnTo>
                  <a:lnTo>
                    <a:pt x="118" y="2542"/>
                  </a:lnTo>
                  <a:lnTo>
                    <a:pt x="115" y="2535"/>
                  </a:lnTo>
                  <a:lnTo>
                    <a:pt x="106" y="2528"/>
                  </a:lnTo>
                  <a:lnTo>
                    <a:pt x="95" y="2518"/>
                  </a:lnTo>
                  <a:lnTo>
                    <a:pt x="89" y="2509"/>
                  </a:lnTo>
                  <a:lnTo>
                    <a:pt x="86" y="2495"/>
                  </a:lnTo>
                  <a:lnTo>
                    <a:pt x="86" y="2477"/>
                  </a:lnTo>
                  <a:lnTo>
                    <a:pt x="88" y="2456"/>
                  </a:lnTo>
                  <a:lnTo>
                    <a:pt x="91" y="2431"/>
                  </a:lnTo>
                  <a:lnTo>
                    <a:pt x="96" y="2404"/>
                  </a:lnTo>
                  <a:lnTo>
                    <a:pt x="102" y="2378"/>
                  </a:lnTo>
                  <a:lnTo>
                    <a:pt x="106" y="2349"/>
                  </a:lnTo>
                  <a:lnTo>
                    <a:pt x="117" y="2294"/>
                  </a:lnTo>
                  <a:lnTo>
                    <a:pt x="130" y="2243"/>
                  </a:lnTo>
                  <a:lnTo>
                    <a:pt x="144" y="2193"/>
                  </a:lnTo>
                  <a:lnTo>
                    <a:pt x="157" y="2142"/>
                  </a:lnTo>
                  <a:lnTo>
                    <a:pt x="163" y="2118"/>
                  </a:lnTo>
                  <a:lnTo>
                    <a:pt x="170" y="2093"/>
                  </a:lnTo>
                  <a:lnTo>
                    <a:pt x="178" y="2066"/>
                  </a:lnTo>
                  <a:lnTo>
                    <a:pt x="185" y="2038"/>
                  </a:lnTo>
                  <a:lnTo>
                    <a:pt x="199" y="1985"/>
                  </a:lnTo>
                  <a:lnTo>
                    <a:pt x="205" y="1961"/>
                  </a:lnTo>
                  <a:lnTo>
                    <a:pt x="211" y="1940"/>
                  </a:lnTo>
                  <a:lnTo>
                    <a:pt x="215" y="1924"/>
                  </a:lnTo>
                  <a:lnTo>
                    <a:pt x="218" y="1912"/>
                  </a:lnTo>
                  <a:lnTo>
                    <a:pt x="220" y="1898"/>
                  </a:lnTo>
                  <a:lnTo>
                    <a:pt x="220" y="1883"/>
                  </a:lnTo>
                  <a:lnTo>
                    <a:pt x="218" y="1867"/>
                  </a:lnTo>
                  <a:lnTo>
                    <a:pt x="217" y="1850"/>
                  </a:lnTo>
                  <a:lnTo>
                    <a:pt x="219" y="1830"/>
                  </a:lnTo>
                  <a:lnTo>
                    <a:pt x="223" y="1809"/>
                  </a:lnTo>
                  <a:lnTo>
                    <a:pt x="229" y="1786"/>
                  </a:lnTo>
                  <a:lnTo>
                    <a:pt x="232" y="1759"/>
                  </a:lnTo>
                  <a:lnTo>
                    <a:pt x="232" y="1731"/>
                  </a:lnTo>
                  <a:lnTo>
                    <a:pt x="230" y="1703"/>
                  </a:lnTo>
                  <a:lnTo>
                    <a:pt x="228" y="1678"/>
                  </a:lnTo>
                  <a:lnTo>
                    <a:pt x="225" y="1654"/>
                  </a:lnTo>
                  <a:lnTo>
                    <a:pt x="223" y="1639"/>
                  </a:lnTo>
                  <a:lnTo>
                    <a:pt x="225" y="1619"/>
                  </a:lnTo>
                  <a:lnTo>
                    <a:pt x="226" y="1596"/>
                  </a:lnTo>
                  <a:lnTo>
                    <a:pt x="229" y="1572"/>
                  </a:lnTo>
                  <a:lnTo>
                    <a:pt x="234" y="1547"/>
                  </a:lnTo>
                  <a:lnTo>
                    <a:pt x="239" y="1522"/>
                  </a:lnTo>
                  <a:lnTo>
                    <a:pt x="242" y="1498"/>
                  </a:lnTo>
                  <a:lnTo>
                    <a:pt x="247" y="1479"/>
                  </a:lnTo>
                  <a:lnTo>
                    <a:pt x="249" y="1462"/>
                  </a:lnTo>
                  <a:lnTo>
                    <a:pt x="250" y="1451"/>
                  </a:lnTo>
                  <a:lnTo>
                    <a:pt x="250" y="1430"/>
                  </a:lnTo>
                  <a:lnTo>
                    <a:pt x="248" y="1405"/>
                  </a:lnTo>
                  <a:lnTo>
                    <a:pt x="247" y="1377"/>
                  </a:lnTo>
                  <a:lnTo>
                    <a:pt x="248" y="1347"/>
                  </a:lnTo>
                  <a:lnTo>
                    <a:pt x="252" y="1318"/>
                  </a:lnTo>
                  <a:lnTo>
                    <a:pt x="257" y="1295"/>
                  </a:lnTo>
                  <a:lnTo>
                    <a:pt x="259" y="1269"/>
                  </a:lnTo>
                  <a:lnTo>
                    <a:pt x="261" y="1240"/>
                  </a:lnTo>
                  <a:lnTo>
                    <a:pt x="235" y="1231"/>
                  </a:lnTo>
                  <a:lnTo>
                    <a:pt x="211" y="1223"/>
                  </a:lnTo>
                  <a:lnTo>
                    <a:pt x="190" y="1215"/>
                  </a:lnTo>
                  <a:lnTo>
                    <a:pt x="170" y="1208"/>
                  </a:lnTo>
                  <a:lnTo>
                    <a:pt x="156" y="1203"/>
                  </a:lnTo>
                  <a:lnTo>
                    <a:pt x="146" y="1198"/>
                  </a:lnTo>
                  <a:lnTo>
                    <a:pt x="141" y="1197"/>
                  </a:lnTo>
                  <a:lnTo>
                    <a:pt x="140" y="1194"/>
                  </a:lnTo>
                  <a:lnTo>
                    <a:pt x="141" y="1186"/>
                  </a:lnTo>
                  <a:lnTo>
                    <a:pt x="145" y="1174"/>
                  </a:lnTo>
                  <a:lnTo>
                    <a:pt x="150" y="1160"/>
                  </a:lnTo>
                  <a:lnTo>
                    <a:pt x="168" y="1111"/>
                  </a:lnTo>
                  <a:lnTo>
                    <a:pt x="172" y="1096"/>
                  </a:lnTo>
                  <a:lnTo>
                    <a:pt x="176" y="1083"/>
                  </a:lnTo>
                  <a:lnTo>
                    <a:pt x="178" y="1072"/>
                  </a:lnTo>
                  <a:lnTo>
                    <a:pt x="183" y="1055"/>
                  </a:lnTo>
                  <a:lnTo>
                    <a:pt x="190" y="1036"/>
                  </a:lnTo>
                  <a:lnTo>
                    <a:pt x="197" y="1013"/>
                  </a:lnTo>
                  <a:lnTo>
                    <a:pt x="205" y="989"/>
                  </a:lnTo>
                  <a:lnTo>
                    <a:pt x="213" y="966"/>
                  </a:lnTo>
                  <a:lnTo>
                    <a:pt x="221" y="944"/>
                  </a:lnTo>
                  <a:lnTo>
                    <a:pt x="228" y="923"/>
                  </a:lnTo>
                  <a:lnTo>
                    <a:pt x="235" y="905"/>
                  </a:lnTo>
                  <a:lnTo>
                    <a:pt x="240" y="892"/>
                  </a:lnTo>
                  <a:lnTo>
                    <a:pt x="243" y="884"/>
                  </a:lnTo>
                  <a:lnTo>
                    <a:pt x="246" y="875"/>
                  </a:lnTo>
                  <a:lnTo>
                    <a:pt x="247" y="869"/>
                  </a:lnTo>
                  <a:lnTo>
                    <a:pt x="247" y="866"/>
                  </a:lnTo>
                  <a:lnTo>
                    <a:pt x="244" y="865"/>
                  </a:lnTo>
                  <a:lnTo>
                    <a:pt x="243" y="863"/>
                  </a:lnTo>
                  <a:lnTo>
                    <a:pt x="243" y="860"/>
                  </a:lnTo>
                  <a:lnTo>
                    <a:pt x="249" y="842"/>
                  </a:lnTo>
                  <a:lnTo>
                    <a:pt x="254" y="830"/>
                  </a:lnTo>
                  <a:lnTo>
                    <a:pt x="259" y="816"/>
                  </a:lnTo>
                  <a:lnTo>
                    <a:pt x="266" y="803"/>
                  </a:lnTo>
                  <a:lnTo>
                    <a:pt x="271" y="791"/>
                  </a:lnTo>
                  <a:lnTo>
                    <a:pt x="278" y="776"/>
                  </a:lnTo>
                  <a:lnTo>
                    <a:pt x="285" y="759"/>
                  </a:lnTo>
                  <a:lnTo>
                    <a:pt x="301" y="719"/>
                  </a:lnTo>
                  <a:lnTo>
                    <a:pt x="308" y="699"/>
                  </a:lnTo>
                  <a:lnTo>
                    <a:pt x="315" y="682"/>
                  </a:lnTo>
                  <a:lnTo>
                    <a:pt x="321" y="668"/>
                  </a:lnTo>
                  <a:lnTo>
                    <a:pt x="324" y="659"/>
                  </a:lnTo>
                  <a:lnTo>
                    <a:pt x="328" y="648"/>
                  </a:lnTo>
                  <a:lnTo>
                    <a:pt x="328" y="641"/>
                  </a:lnTo>
                  <a:lnTo>
                    <a:pt x="326" y="638"/>
                  </a:lnTo>
                  <a:lnTo>
                    <a:pt x="323" y="637"/>
                  </a:lnTo>
                  <a:lnTo>
                    <a:pt x="320" y="635"/>
                  </a:lnTo>
                  <a:lnTo>
                    <a:pt x="314" y="634"/>
                  </a:lnTo>
                  <a:lnTo>
                    <a:pt x="305" y="632"/>
                  </a:lnTo>
                  <a:lnTo>
                    <a:pt x="297" y="627"/>
                  </a:lnTo>
                  <a:lnTo>
                    <a:pt x="284" y="619"/>
                  </a:lnTo>
                  <a:lnTo>
                    <a:pt x="270" y="615"/>
                  </a:lnTo>
                  <a:lnTo>
                    <a:pt x="265" y="610"/>
                  </a:lnTo>
                  <a:lnTo>
                    <a:pt x="258" y="599"/>
                  </a:lnTo>
                  <a:lnTo>
                    <a:pt x="241" y="558"/>
                  </a:lnTo>
                  <a:lnTo>
                    <a:pt x="236" y="547"/>
                  </a:lnTo>
                  <a:lnTo>
                    <a:pt x="233" y="535"/>
                  </a:lnTo>
                  <a:lnTo>
                    <a:pt x="232" y="521"/>
                  </a:lnTo>
                  <a:lnTo>
                    <a:pt x="230" y="505"/>
                  </a:lnTo>
                  <a:lnTo>
                    <a:pt x="229" y="490"/>
                  </a:lnTo>
                  <a:lnTo>
                    <a:pt x="228" y="477"/>
                  </a:lnTo>
                  <a:lnTo>
                    <a:pt x="227" y="470"/>
                  </a:lnTo>
                  <a:lnTo>
                    <a:pt x="226" y="462"/>
                  </a:lnTo>
                  <a:lnTo>
                    <a:pt x="223" y="451"/>
                  </a:lnTo>
                  <a:lnTo>
                    <a:pt x="222" y="437"/>
                  </a:lnTo>
                  <a:lnTo>
                    <a:pt x="222" y="425"/>
                  </a:lnTo>
                  <a:lnTo>
                    <a:pt x="225" y="417"/>
                  </a:lnTo>
                  <a:lnTo>
                    <a:pt x="227" y="411"/>
                  </a:lnTo>
                  <a:lnTo>
                    <a:pt x="228" y="401"/>
                  </a:lnTo>
                  <a:lnTo>
                    <a:pt x="229" y="388"/>
                  </a:lnTo>
                  <a:lnTo>
                    <a:pt x="229" y="374"/>
                  </a:lnTo>
                  <a:lnTo>
                    <a:pt x="228" y="362"/>
                  </a:lnTo>
                  <a:lnTo>
                    <a:pt x="223" y="344"/>
                  </a:lnTo>
                  <a:lnTo>
                    <a:pt x="226" y="333"/>
                  </a:lnTo>
                  <a:lnTo>
                    <a:pt x="230" y="323"/>
                  </a:lnTo>
                  <a:lnTo>
                    <a:pt x="236" y="313"/>
                  </a:lnTo>
                  <a:lnTo>
                    <a:pt x="242" y="309"/>
                  </a:lnTo>
                  <a:lnTo>
                    <a:pt x="247" y="303"/>
                  </a:lnTo>
                  <a:lnTo>
                    <a:pt x="249" y="295"/>
                  </a:lnTo>
                  <a:lnTo>
                    <a:pt x="249" y="281"/>
                  </a:lnTo>
                  <a:lnTo>
                    <a:pt x="251" y="260"/>
                  </a:lnTo>
                  <a:lnTo>
                    <a:pt x="254" y="249"/>
                  </a:lnTo>
                  <a:lnTo>
                    <a:pt x="256" y="244"/>
                  </a:lnTo>
                  <a:lnTo>
                    <a:pt x="257" y="238"/>
                  </a:lnTo>
                  <a:lnTo>
                    <a:pt x="256" y="226"/>
                  </a:lnTo>
                  <a:lnTo>
                    <a:pt x="255" y="212"/>
                  </a:lnTo>
                  <a:lnTo>
                    <a:pt x="255" y="180"/>
                  </a:lnTo>
                  <a:lnTo>
                    <a:pt x="257" y="159"/>
                  </a:lnTo>
                  <a:lnTo>
                    <a:pt x="264" y="137"/>
                  </a:lnTo>
                  <a:lnTo>
                    <a:pt x="273" y="118"/>
                  </a:lnTo>
                  <a:lnTo>
                    <a:pt x="284" y="104"/>
                  </a:lnTo>
                  <a:lnTo>
                    <a:pt x="294" y="97"/>
                  </a:lnTo>
                  <a:lnTo>
                    <a:pt x="309" y="91"/>
                  </a:lnTo>
                  <a:lnTo>
                    <a:pt x="329" y="86"/>
                  </a:lnTo>
                  <a:lnTo>
                    <a:pt x="349" y="84"/>
                  </a:lnTo>
                  <a:lnTo>
                    <a:pt x="367" y="82"/>
                  </a:lnTo>
                  <a:lnTo>
                    <a:pt x="400" y="80"/>
                  </a:lnTo>
                  <a:lnTo>
                    <a:pt x="419" y="77"/>
                  </a:lnTo>
                  <a:lnTo>
                    <a:pt x="440" y="75"/>
                  </a:lnTo>
                  <a:lnTo>
                    <a:pt x="460" y="73"/>
                  </a:lnTo>
                  <a:lnTo>
                    <a:pt x="479" y="71"/>
                  </a:lnTo>
                  <a:lnTo>
                    <a:pt x="492" y="70"/>
                  </a:lnTo>
                  <a:lnTo>
                    <a:pt x="504" y="68"/>
                  </a:lnTo>
                  <a:lnTo>
                    <a:pt x="513" y="61"/>
                  </a:lnTo>
                  <a:lnTo>
                    <a:pt x="523" y="53"/>
                  </a:lnTo>
                  <a:lnTo>
                    <a:pt x="528" y="45"/>
                  </a:lnTo>
                  <a:lnTo>
                    <a:pt x="533" y="38"/>
                  </a:lnTo>
                  <a:lnTo>
                    <a:pt x="534" y="35"/>
                  </a:lnTo>
                  <a:lnTo>
                    <a:pt x="538" y="30"/>
                  </a:lnTo>
                  <a:lnTo>
                    <a:pt x="542" y="20"/>
                  </a:lnTo>
                  <a:lnTo>
                    <a:pt x="546" y="12"/>
                  </a:lnTo>
                  <a:lnTo>
                    <a:pt x="552" y="0"/>
                  </a:lnTo>
                  <a:close/>
                </a:path>
              </a:pathLst>
            </a:custGeom>
            <a:grpFill/>
            <a:ln w="0">
              <a:noFill/>
              <a:prstDash val="solid"/>
              <a:round/>
            </a:ln>
          </p:spPr>
          <p:txBody>
            <a:bodyPr vert="horz" wrap="square" lIns="91416" tIns="45708" rIns="91416" bIns="45708" numCol="1" anchor="t" anchorCtr="0" compatLnSpc="1"/>
            <a:lstStyle/>
            <a:p>
              <a:endParaRPr lang="en-US" sz="2400"/>
            </a:p>
          </p:txBody>
        </p:sp>
      </p:grpSp>
      <p:grpSp>
        <p:nvGrpSpPr>
          <p:cNvPr id="9" name="Group 8"/>
          <p:cNvGrpSpPr/>
          <p:nvPr/>
        </p:nvGrpSpPr>
        <p:grpSpPr>
          <a:xfrm>
            <a:off x="5626436" y="3349961"/>
            <a:ext cx="5714999" cy="1259474"/>
            <a:chOff x="3427412" y="4495800"/>
            <a:chExt cx="5715000" cy="1259474"/>
          </a:xfrm>
        </p:grpSpPr>
        <p:sp>
          <p:nvSpPr>
            <p:cNvPr id="10" name="TextBox 9"/>
            <p:cNvSpPr txBox="1"/>
            <p:nvPr/>
          </p:nvSpPr>
          <p:spPr>
            <a:xfrm>
              <a:off x="4423684" y="4579205"/>
              <a:ext cx="3722495" cy="1015663"/>
            </a:xfrm>
            <a:prstGeom prst="rect">
              <a:avLst/>
            </a:prstGeom>
            <a:noFill/>
          </p:spPr>
          <p:txBody>
            <a:bodyPr wrap="none" rtlCol="0" anchor="ctr">
              <a:spAutoFit/>
            </a:bodyPr>
            <a:lstStyle/>
            <a:p>
              <a:pPr algn="ctr"/>
              <a:r>
                <a:rPr lang="en-US" sz="6000" b="1" dirty="0" smtClean="0">
                  <a:solidFill>
                    <a:prstClr val="white"/>
                  </a:solidFill>
                  <a:latin typeface="Segoe UI Light" panose="020B0502040204020203" pitchFamily="34" charset="0"/>
                </a:rPr>
                <a:t>Conclusion</a:t>
              </a:r>
              <a:endParaRPr lang="en-US" sz="6000" b="1" dirty="0">
                <a:solidFill>
                  <a:prstClr val="white"/>
                </a:solidFill>
                <a:latin typeface="Segoe UI Light" panose="020B0502040204020203" pitchFamily="34" charset="0"/>
              </a:endParaRPr>
            </a:p>
          </p:txBody>
        </p:sp>
        <p:grpSp>
          <p:nvGrpSpPr>
            <p:cNvPr id="11" name="Group 10"/>
            <p:cNvGrpSpPr/>
            <p:nvPr/>
          </p:nvGrpSpPr>
          <p:grpSpPr>
            <a:xfrm>
              <a:off x="3427412" y="4495800"/>
              <a:ext cx="5715000" cy="1259474"/>
              <a:chOff x="3427412" y="4495800"/>
              <a:chExt cx="5715000" cy="1259474"/>
            </a:xfrm>
          </p:grpSpPr>
          <p:cxnSp>
            <p:nvCxnSpPr>
              <p:cNvPr id="12" name="Straight Connector 11"/>
              <p:cNvCxnSpPr/>
              <p:nvPr/>
            </p:nvCxnSpPr>
            <p:spPr>
              <a:xfrm>
                <a:off x="3427412" y="4495800"/>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27412" y="5753686"/>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306" y="152400"/>
            <a:ext cx="11074400" cy="1143000"/>
          </a:xfrm>
        </p:spPr>
        <p:txBody>
          <a:bodyPr>
            <a:normAutofit/>
          </a:bodyPr>
          <a:lstStyle/>
          <a:p>
            <a:r>
              <a:rPr lang="en-US" sz="4800" u="sng" dirty="0" smtClean="0">
                <a:solidFill>
                  <a:schemeClr val="bg1"/>
                </a:solidFill>
              </a:rPr>
              <a:t>In conclusion:</a:t>
            </a:r>
            <a:endParaRPr lang="en-US" sz="4800" u="sng" dirty="0">
              <a:solidFill>
                <a:schemeClr val="bg1"/>
              </a:solidFill>
            </a:endParaRPr>
          </a:p>
        </p:txBody>
      </p:sp>
      <p:sp>
        <p:nvSpPr>
          <p:cNvPr id="4" name="Rectangle 3"/>
          <p:cNvSpPr/>
          <p:nvPr/>
        </p:nvSpPr>
        <p:spPr>
          <a:xfrm>
            <a:off x="457200" y="1600200"/>
            <a:ext cx="9829800" cy="4246245"/>
          </a:xfrm>
          <a:prstGeom prst="rect">
            <a:avLst/>
          </a:prstGeom>
        </p:spPr>
        <p:txBody>
          <a:bodyPr wrap="square">
            <a:spAutoFit/>
          </a:bodyPr>
          <a:lstStyle/>
          <a:p>
            <a:r>
              <a:rPr lang="en-US" sz="2700" dirty="0">
                <a:solidFill>
                  <a:schemeClr val="bg1"/>
                </a:solidFill>
                <a:sym typeface="+mn-ea"/>
              </a:rPr>
              <a:t>SafeSwitch </a:t>
            </a:r>
            <a:r>
              <a:rPr lang="en-US" sz="2700" dirty="0">
                <a:solidFill>
                  <a:schemeClr val="bg1"/>
                </a:solidFill>
              </a:rPr>
              <a:t>revolutionizes the way one interact with their electrical appliances, bringing a new level of convenience, energy efficiency, and safety to ones daily life. Imagine having the power to control your appliances with unparalleled precision and ease, all from the palm of your hand.</a:t>
            </a:r>
            <a:endParaRPr lang="en-US" sz="2700" dirty="0">
              <a:solidFill>
                <a:schemeClr val="bg1"/>
              </a:solidFill>
            </a:endParaRPr>
          </a:p>
          <a:p>
            <a:endParaRPr lang="en-US" sz="2700" dirty="0">
              <a:solidFill>
                <a:schemeClr val="bg1"/>
              </a:solidFill>
            </a:endParaRPr>
          </a:p>
          <a:p>
            <a:endParaRPr lang="en-US" sz="2700" dirty="0">
              <a:solidFill>
                <a:schemeClr val="bg1"/>
              </a:solidFill>
            </a:endParaRPr>
          </a:p>
          <a:p>
            <a:r>
              <a:rPr lang="en-US" sz="2700" dirty="0">
                <a:solidFill>
                  <a:schemeClr val="bg1"/>
                </a:solidFill>
                <a:sym typeface="+mn-ea"/>
              </a:rPr>
              <a:t>SafeSwitch(SmartSoc) </a:t>
            </a:r>
            <a:r>
              <a:rPr lang="en-US" sz="2700" dirty="0">
                <a:solidFill>
                  <a:schemeClr val="bg1"/>
                </a:solidFill>
              </a:rPr>
              <a:t>empowers users for a smarter, safer, and more efficient home</a:t>
            </a:r>
            <a:endParaRPr lang="en-US" sz="2700" dirty="0">
              <a:solidFill>
                <a:schemeClr val="bg1"/>
              </a:solidFill>
            </a:endParaRPr>
          </a:p>
          <a:p>
            <a:endParaRPr lang="en-US" sz="2700" dirty="0">
              <a:solidFill>
                <a:schemeClr val="bg1"/>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Content Placeholder 4"/>
          <p:cNvSpPr txBox="1"/>
          <p:nvPr/>
        </p:nvSpPr>
        <p:spPr>
          <a:xfrm>
            <a:off x="4703235" y="2667000"/>
            <a:ext cx="3446067" cy="738404"/>
          </a:xfrm>
          <a:prstGeom prst="rect">
            <a:avLst/>
          </a:prstGeom>
        </p:spPr>
        <p:txBody>
          <a:bodyPr/>
          <a:lstStyle>
            <a:lvl1pPr marL="0" indent="0" algn="l" defTabSz="1219200"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6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9200"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1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765" indent="0" algn="l" defTabSz="1219200"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1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endParaRPr lang="en-US" dirty="0">
              <a:solidFill>
                <a:prstClr val="white"/>
              </a:solidFill>
            </a:endParaRPr>
          </a:p>
        </p:txBody>
      </p:sp>
      <p:grpSp>
        <p:nvGrpSpPr>
          <p:cNvPr id="9" name="Group 8"/>
          <p:cNvGrpSpPr/>
          <p:nvPr/>
        </p:nvGrpSpPr>
        <p:grpSpPr>
          <a:xfrm>
            <a:off x="3257811" y="2944350"/>
            <a:ext cx="5714999" cy="1259474"/>
            <a:chOff x="3427412" y="4495800"/>
            <a:chExt cx="5715000" cy="1259474"/>
          </a:xfrm>
        </p:grpSpPr>
        <p:sp>
          <p:nvSpPr>
            <p:cNvPr id="10" name="TextBox 9"/>
            <p:cNvSpPr txBox="1"/>
            <p:nvPr/>
          </p:nvSpPr>
          <p:spPr>
            <a:xfrm>
              <a:off x="4536145" y="4579672"/>
              <a:ext cx="3497581" cy="1014730"/>
            </a:xfrm>
            <a:prstGeom prst="rect">
              <a:avLst/>
            </a:prstGeom>
            <a:noFill/>
          </p:spPr>
          <p:txBody>
            <a:bodyPr wrap="none" rtlCol="0" anchor="ctr">
              <a:spAutoFit/>
            </a:bodyPr>
            <a:lstStyle/>
            <a:p>
              <a:pPr algn="ctr"/>
              <a:r>
                <a:rPr lang="en-US" sz="6000" b="1" dirty="0" smtClean="0">
                  <a:solidFill>
                    <a:prstClr val="white"/>
                  </a:solidFill>
                  <a:latin typeface="Segoe UI Light" panose="020B0502040204020203" pitchFamily="34" charset="0"/>
                </a:rPr>
                <a:t>Thank you</a:t>
              </a:r>
              <a:endParaRPr lang="en-US" sz="6000" b="1" dirty="0">
                <a:solidFill>
                  <a:prstClr val="white"/>
                </a:solidFill>
                <a:latin typeface="Segoe UI Light" panose="020B0502040204020203" pitchFamily="34" charset="0"/>
              </a:endParaRPr>
            </a:p>
          </p:txBody>
        </p:sp>
        <p:grpSp>
          <p:nvGrpSpPr>
            <p:cNvPr id="11" name="Group 10"/>
            <p:cNvGrpSpPr/>
            <p:nvPr/>
          </p:nvGrpSpPr>
          <p:grpSpPr>
            <a:xfrm>
              <a:off x="3427412" y="4495800"/>
              <a:ext cx="5715000" cy="1259474"/>
              <a:chOff x="3427412" y="4495800"/>
              <a:chExt cx="5715000" cy="1259474"/>
            </a:xfrm>
          </p:grpSpPr>
          <p:cxnSp>
            <p:nvCxnSpPr>
              <p:cNvPr id="12" name="Straight Connector 11"/>
              <p:cNvCxnSpPr/>
              <p:nvPr/>
            </p:nvCxnSpPr>
            <p:spPr>
              <a:xfrm>
                <a:off x="3427412" y="4495800"/>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27412" y="5753686"/>
                <a:ext cx="57150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7_Office Theme">
  <a:themeElements>
    <a:clrScheme name="ThemeBMC">
      <a:dk1>
        <a:srgbClr val="000000"/>
      </a:dk1>
      <a:lt1>
        <a:srgbClr val="FFFFFF"/>
      </a:lt1>
      <a:dk2>
        <a:srgbClr val="1F497D"/>
      </a:dk2>
      <a:lt2>
        <a:srgbClr val="EEECE1"/>
      </a:lt2>
      <a:accent1>
        <a:srgbClr val="0779B7"/>
      </a:accent1>
      <a:accent2>
        <a:srgbClr val="019ADD"/>
      </a:accent2>
      <a:accent3>
        <a:srgbClr val="6BC2ED"/>
      </a:accent3>
      <a:accent4>
        <a:srgbClr val="A7CCDF"/>
      </a:accent4>
      <a:accent5>
        <a:srgbClr val="595959"/>
      </a:accent5>
      <a:accent6>
        <a:srgbClr val="3F3F3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2601</Words>
  <Application>WPS Presentation</Application>
  <PresentationFormat>Custom</PresentationFormat>
  <Paragraphs>116</Paragraphs>
  <Slides>19</Slides>
  <Notes>10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19</vt:i4>
      </vt:variant>
    </vt:vector>
  </HeadingPairs>
  <TitlesOfParts>
    <vt:vector size="34" baseType="lpstr">
      <vt:lpstr>Arial</vt:lpstr>
      <vt:lpstr>SimSun</vt:lpstr>
      <vt:lpstr>Wingdings</vt:lpstr>
      <vt:lpstr>Open Sans</vt:lpstr>
      <vt:lpstr>Segoe Print</vt:lpstr>
      <vt:lpstr>Wingdings 2</vt:lpstr>
      <vt:lpstr>Cooper Black</vt:lpstr>
      <vt:lpstr>Segoe UI Light</vt:lpstr>
      <vt:lpstr>Wingdings</vt:lpstr>
      <vt:lpstr>Constantia</vt:lpstr>
      <vt:lpstr>Microsoft YaHei</vt:lpstr>
      <vt:lpstr>Arial Unicode MS</vt:lpstr>
      <vt:lpstr>Calibri</vt:lpstr>
      <vt:lpstr>7_Office Theme</vt:lpstr>
      <vt:lpstr>Flow</vt:lpstr>
      <vt:lpstr>SmartSoc</vt:lpstr>
      <vt:lpstr>PowerPoint 演示文稿</vt:lpstr>
      <vt:lpstr>PowerPoint 演示文稿</vt:lpstr>
      <vt:lpstr>The Problem</vt:lpstr>
      <vt:lpstr>PowerPoint 演示文稿</vt:lpstr>
      <vt:lpstr>Project:</vt:lpstr>
      <vt:lpstr>PowerPoint 演示文稿</vt:lpstr>
      <vt:lpstr>Key Features of FeedBot</vt:lpstr>
      <vt:lpstr>PowerPoint 演示文稿</vt:lpstr>
      <vt:lpstr>Solution</vt:lpstr>
      <vt:lpstr>PowerPoint 演示文稿</vt:lpstr>
      <vt:lpstr>Uniqueness</vt:lpstr>
      <vt:lpstr>PowerPoint 演示文稿</vt:lpstr>
      <vt:lpstr>Uniqueness</vt:lpstr>
      <vt:lpstr>PowerPoint 演示文稿</vt:lpstr>
      <vt:lpstr>Development Stage</vt:lpstr>
      <vt:lpstr>PowerPoint 演示文稿</vt:lpstr>
      <vt:lpstr>In conclusion:</vt:lpstr>
      <vt:lpstr>PowerPoint 演示文稿</vt:lpstr>
    </vt:vector>
  </TitlesOfParts>
  <Company>SlideModel</Company>
  <LinksUpToDate>false</LinksUpToDate>
  <SharedDoc>false</SharedDoc>
  <HyperlinksChanged>false</HyperlinksChanged>
  <AppVersion>14.0000</AppVersion>
  <Manager>SlideModel</Manager>
  <HyperlinkBase>http://slidemodel.com</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SlideModel Free PowerPoint Templates</dc:title>
  <dc:creator>SlideModel</dc:creator>
  <cp:keywords>PowerPoint, Free PowerPoint Templates, SlideModel, Presentations, Designs, Clipart</cp:keywords>
  <dc:description>Download This FREE PowerPoint Templates at http://slidemodel.com</dc:description>
  <dc:subject>Template</dc:subject>
  <cp:category>Presentations, Business Presentations, Free PowerPoint Templates</cp:category>
  <cp:lastModifiedBy>user</cp:lastModifiedBy>
  <cp:revision>277</cp:revision>
  <dcterms:created xsi:type="dcterms:W3CDTF">2013-09-12T13:05:00Z</dcterms:created>
  <dcterms:modified xsi:type="dcterms:W3CDTF">2023-11-30T13:12:34Z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7118B23D52924756B24FC4CCF27185DB_12</vt:lpwstr>
  </property>
  <property fmtid="{D5CDD505-2E9C-101B-9397-08002B2CF9AE}" pid="3" name="KSOProductBuildVer">
    <vt:lpwstr>1033-12.2.0.13306</vt:lpwstr>
  </property>
</Properties>
</file>