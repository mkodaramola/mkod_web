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6" r:id="rId1"/>
  </p:sldMasterIdLst>
  <p:notesMasterIdLst>
    <p:notesMasterId r:id="rId29"/>
  </p:notesMasterIdLst>
  <p:sldIdLst>
    <p:sldId id="303" r:id="rId2"/>
    <p:sldId id="307" r:id="rId3"/>
    <p:sldId id="304" r:id="rId4"/>
    <p:sldId id="326" r:id="rId5"/>
    <p:sldId id="327" r:id="rId6"/>
    <p:sldId id="344" r:id="rId7"/>
    <p:sldId id="345" r:id="rId8"/>
    <p:sldId id="308" r:id="rId9"/>
    <p:sldId id="324" r:id="rId10"/>
    <p:sldId id="321" r:id="rId11"/>
    <p:sldId id="329" r:id="rId12"/>
    <p:sldId id="340" r:id="rId13"/>
    <p:sldId id="309" r:id="rId14"/>
    <p:sldId id="330" r:id="rId15"/>
    <p:sldId id="331" r:id="rId16"/>
    <p:sldId id="332" r:id="rId17"/>
    <p:sldId id="333" r:id="rId18"/>
    <p:sldId id="334" r:id="rId19"/>
    <p:sldId id="335" r:id="rId20"/>
    <p:sldId id="336" r:id="rId21"/>
    <p:sldId id="337" r:id="rId22"/>
    <p:sldId id="338" r:id="rId23"/>
    <p:sldId id="342" r:id="rId24"/>
    <p:sldId id="343" r:id="rId25"/>
    <p:sldId id="328" r:id="rId26"/>
    <p:sldId id="346" r:id="rId27"/>
    <p:sldId id="318" r:id="rId28"/>
  </p:sldIdLst>
  <p:sldSz cx="18288000" cy="10287000"/>
  <p:notesSz cx="18288000" cy="10287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9A6D58-74D0-4898-88B4-135CE4A37269}">
          <p14:sldIdLst>
            <p14:sldId id="303"/>
            <p14:sldId id="307"/>
            <p14:sldId id="304"/>
            <p14:sldId id="326"/>
            <p14:sldId id="327"/>
            <p14:sldId id="344"/>
            <p14:sldId id="345"/>
            <p14:sldId id="308"/>
            <p14:sldId id="324"/>
            <p14:sldId id="321"/>
            <p14:sldId id="329"/>
            <p14:sldId id="340"/>
            <p14:sldId id="309"/>
            <p14:sldId id="330"/>
            <p14:sldId id="331"/>
            <p14:sldId id="332"/>
            <p14:sldId id="333"/>
            <p14:sldId id="334"/>
            <p14:sldId id="335"/>
            <p14:sldId id="336"/>
            <p14:sldId id="337"/>
            <p14:sldId id="338"/>
            <p14:sldId id="342"/>
            <p14:sldId id="343"/>
            <p14:sldId id="328"/>
            <p14:sldId id="346"/>
            <p14:sldId id="318"/>
          </p14:sldIdLst>
        </p14:section>
      </p14:sectionLst>
    </p:ex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50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821"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822"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82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824"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826"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22016746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9A0EA98-5831-4853-B862-C702E6EB345C}" type="slidenum">
              <a:rPr lang="en-US" smtClean="0"/>
              <a:t>21</a:t>
            </a:fld>
            <a:endParaRPr lang="en-US"/>
          </a:p>
        </p:txBody>
      </p:sp>
    </p:spTree>
    <p:extLst>
      <p:ext uri="{BB962C8B-B14F-4D97-AF65-F5344CB8AC3E}">
        <p14:creationId xmlns:p14="http://schemas.microsoft.com/office/powerpoint/2010/main" val="3639250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195643"/>
            <a:ext cx="15544800" cy="2205038"/>
          </a:xfrm>
        </p:spPr>
        <p:txBody>
          <a:bodyPr/>
          <a:lstStyle/>
          <a:p>
            <a:r>
              <a:rPr lang="en-US" smtClean="0"/>
              <a:t>Click to edit Master title style</a:t>
            </a:r>
            <a:endParaRPr lang="en-US"/>
          </a:p>
        </p:txBody>
      </p:sp>
      <p:sp>
        <p:nvSpPr>
          <p:cNvPr id="3" name="Subtitle 2"/>
          <p:cNvSpPr>
            <a:spLocks noGrp="1"/>
          </p:cNvSpPr>
          <p:nvPr>
            <p:ph type="subTitle" idx="1"/>
          </p:nvPr>
        </p:nvSpPr>
        <p:spPr>
          <a:xfrm>
            <a:off x="2743200" y="5829300"/>
            <a:ext cx="12801600" cy="2628900"/>
          </a:xfrm>
        </p:spPr>
        <p:txBody>
          <a:bodyPr/>
          <a:lstStyle>
            <a:lvl1pPr marL="0" indent="0" algn="ctr">
              <a:buNone/>
              <a:defRPr>
                <a:solidFill>
                  <a:schemeClr val="tx1">
                    <a:tint val="75000"/>
                  </a:schemeClr>
                </a:solidFill>
              </a:defRPr>
            </a:lvl1pPr>
            <a:lvl2pPr marL="816415" indent="0" algn="ctr">
              <a:buNone/>
              <a:defRPr>
                <a:solidFill>
                  <a:schemeClr val="tx1">
                    <a:tint val="75000"/>
                  </a:schemeClr>
                </a:solidFill>
              </a:defRPr>
            </a:lvl2pPr>
            <a:lvl3pPr marL="1632832" indent="0" algn="ctr">
              <a:buNone/>
              <a:defRPr>
                <a:solidFill>
                  <a:schemeClr val="tx1">
                    <a:tint val="75000"/>
                  </a:schemeClr>
                </a:solidFill>
              </a:defRPr>
            </a:lvl3pPr>
            <a:lvl4pPr marL="2449246" indent="0" algn="ctr">
              <a:buNone/>
              <a:defRPr>
                <a:solidFill>
                  <a:schemeClr val="tx1">
                    <a:tint val="75000"/>
                  </a:schemeClr>
                </a:solidFill>
              </a:defRPr>
            </a:lvl4pPr>
            <a:lvl5pPr marL="3265661" indent="0" algn="ctr">
              <a:buNone/>
              <a:defRPr>
                <a:solidFill>
                  <a:schemeClr val="tx1">
                    <a:tint val="75000"/>
                  </a:schemeClr>
                </a:solidFill>
              </a:defRPr>
            </a:lvl5pPr>
            <a:lvl6pPr marL="4082078" indent="0" algn="ctr">
              <a:buNone/>
              <a:defRPr>
                <a:solidFill>
                  <a:schemeClr val="tx1">
                    <a:tint val="75000"/>
                  </a:schemeClr>
                </a:solidFill>
              </a:defRPr>
            </a:lvl6pPr>
            <a:lvl7pPr marL="4898493" indent="0" algn="ctr">
              <a:buNone/>
              <a:defRPr>
                <a:solidFill>
                  <a:schemeClr val="tx1">
                    <a:tint val="75000"/>
                  </a:schemeClr>
                </a:solidFill>
              </a:defRPr>
            </a:lvl7pPr>
            <a:lvl8pPr marL="5714908" indent="0" algn="ctr">
              <a:buNone/>
              <a:defRPr>
                <a:solidFill>
                  <a:schemeClr val="tx1">
                    <a:tint val="75000"/>
                  </a:schemeClr>
                </a:solidFill>
              </a:defRPr>
            </a:lvl8pPr>
            <a:lvl9pPr marL="6531325"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27-Jun-23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11366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27-Jun-23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48378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6610355"/>
            <a:ext cx="15544800" cy="2043113"/>
          </a:xfrm>
        </p:spPr>
        <p:txBody>
          <a:bodyPr anchor="t"/>
          <a:lstStyle>
            <a:lvl1pPr algn="l">
              <a:defRPr sz="7100" b="1" cap="all"/>
            </a:lvl1pPr>
          </a:lstStyle>
          <a:p>
            <a:r>
              <a:rPr lang="en-US" smtClean="0"/>
              <a:t>Click to edit Master title style</a:t>
            </a:r>
            <a:endParaRPr lang="en-US"/>
          </a:p>
        </p:txBody>
      </p:sp>
      <p:sp>
        <p:nvSpPr>
          <p:cNvPr id="3" name="Text Placeholder 2"/>
          <p:cNvSpPr>
            <a:spLocks noGrp="1"/>
          </p:cNvSpPr>
          <p:nvPr>
            <p:ph type="body" idx="1"/>
          </p:nvPr>
        </p:nvSpPr>
        <p:spPr>
          <a:xfrm>
            <a:off x="1444626" y="4360072"/>
            <a:ext cx="15544800" cy="2250281"/>
          </a:xfrm>
        </p:spPr>
        <p:txBody>
          <a:bodyPr anchor="b"/>
          <a:lstStyle>
            <a:lvl1pPr marL="0" indent="0">
              <a:buNone/>
              <a:defRPr sz="3600">
                <a:solidFill>
                  <a:schemeClr val="tx1">
                    <a:tint val="75000"/>
                  </a:schemeClr>
                </a:solidFill>
              </a:defRPr>
            </a:lvl1pPr>
            <a:lvl2pPr marL="816415" indent="0">
              <a:buNone/>
              <a:defRPr sz="3200">
                <a:solidFill>
                  <a:schemeClr val="tx1">
                    <a:tint val="75000"/>
                  </a:schemeClr>
                </a:solidFill>
              </a:defRPr>
            </a:lvl2pPr>
            <a:lvl3pPr marL="1632832" indent="0">
              <a:buNone/>
              <a:defRPr sz="2900">
                <a:solidFill>
                  <a:schemeClr val="tx1">
                    <a:tint val="75000"/>
                  </a:schemeClr>
                </a:solidFill>
              </a:defRPr>
            </a:lvl3pPr>
            <a:lvl4pPr marL="2449246" indent="0">
              <a:buNone/>
              <a:defRPr sz="2500">
                <a:solidFill>
                  <a:schemeClr val="tx1">
                    <a:tint val="75000"/>
                  </a:schemeClr>
                </a:solidFill>
              </a:defRPr>
            </a:lvl4pPr>
            <a:lvl5pPr marL="3265661" indent="0">
              <a:buNone/>
              <a:defRPr sz="2500">
                <a:solidFill>
                  <a:schemeClr val="tx1">
                    <a:tint val="75000"/>
                  </a:schemeClr>
                </a:solidFill>
              </a:defRPr>
            </a:lvl5pPr>
            <a:lvl6pPr marL="4082078" indent="0">
              <a:buNone/>
              <a:defRPr sz="2500">
                <a:solidFill>
                  <a:schemeClr val="tx1">
                    <a:tint val="75000"/>
                  </a:schemeClr>
                </a:solidFill>
              </a:defRPr>
            </a:lvl6pPr>
            <a:lvl7pPr marL="4898493" indent="0">
              <a:buNone/>
              <a:defRPr sz="2500">
                <a:solidFill>
                  <a:schemeClr val="tx1">
                    <a:tint val="75000"/>
                  </a:schemeClr>
                </a:solidFill>
              </a:defRPr>
            </a:lvl7pPr>
            <a:lvl8pPr marL="5714908" indent="0">
              <a:buNone/>
              <a:defRPr sz="2500">
                <a:solidFill>
                  <a:schemeClr val="tx1">
                    <a:tint val="75000"/>
                  </a:schemeClr>
                </a:solidFill>
              </a:defRPr>
            </a:lvl8pPr>
            <a:lvl9pPr marL="6531325" indent="0">
              <a:buNone/>
              <a:defRPr sz="25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27-Jun-23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81976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19200" y="2400305"/>
            <a:ext cx="10820400" cy="6788945"/>
          </a:xfrm>
        </p:spPr>
        <p:txBody>
          <a:bodyPr/>
          <a:lstStyle>
            <a:lvl1pPr>
              <a:defRPr sz="5000"/>
            </a:lvl1pPr>
            <a:lvl2pPr>
              <a:defRPr sz="43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2344400" y="2400305"/>
            <a:ext cx="10820400" cy="6788945"/>
          </a:xfrm>
        </p:spPr>
        <p:txBody>
          <a:bodyPr/>
          <a:lstStyle>
            <a:lvl1pPr>
              <a:defRPr sz="5000"/>
            </a:lvl1pPr>
            <a:lvl2pPr>
              <a:defRPr sz="43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27-Jun-23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651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14400" y="2302671"/>
            <a:ext cx="8080376" cy="959643"/>
          </a:xfrm>
        </p:spPr>
        <p:txBody>
          <a:bodyPr anchor="b"/>
          <a:lstStyle>
            <a:lvl1pPr marL="0" indent="0">
              <a:buNone/>
              <a:defRPr sz="4300" b="1"/>
            </a:lvl1pPr>
            <a:lvl2pPr marL="816415" indent="0">
              <a:buNone/>
              <a:defRPr sz="3600" b="1"/>
            </a:lvl2pPr>
            <a:lvl3pPr marL="1632832" indent="0">
              <a:buNone/>
              <a:defRPr sz="3200" b="1"/>
            </a:lvl3pPr>
            <a:lvl4pPr marL="2449246" indent="0">
              <a:buNone/>
              <a:defRPr sz="2900" b="1"/>
            </a:lvl4pPr>
            <a:lvl5pPr marL="3265661" indent="0">
              <a:buNone/>
              <a:defRPr sz="2900" b="1"/>
            </a:lvl5pPr>
            <a:lvl6pPr marL="4082078" indent="0">
              <a:buNone/>
              <a:defRPr sz="2900" b="1"/>
            </a:lvl6pPr>
            <a:lvl7pPr marL="4898493" indent="0">
              <a:buNone/>
              <a:defRPr sz="2900" b="1"/>
            </a:lvl7pPr>
            <a:lvl8pPr marL="5714908" indent="0">
              <a:buNone/>
              <a:defRPr sz="2900" b="1"/>
            </a:lvl8pPr>
            <a:lvl9pPr marL="6531325" indent="0">
              <a:buNone/>
              <a:defRPr sz="2900" b="1"/>
            </a:lvl9pPr>
          </a:lstStyle>
          <a:p>
            <a:pPr lvl="0"/>
            <a:r>
              <a:rPr lang="en-US" smtClean="0"/>
              <a:t>Click to edit Master text styles</a:t>
            </a:r>
          </a:p>
        </p:txBody>
      </p:sp>
      <p:sp>
        <p:nvSpPr>
          <p:cNvPr id="4" name="Content Placeholder 3"/>
          <p:cNvSpPr>
            <a:spLocks noGrp="1"/>
          </p:cNvSpPr>
          <p:nvPr>
            <p:ph sz="half" idx="2"/>
          </p:nvPr>
        </p:nvSpPr>
        <p:spPr>
          <a:xfrm>
            <a:off x="914400" y="3262312"/>
            <a:ext cx="8080376" cy="5926932"/>
          </a:xfrm>
        </p:spPr>
        <p:txBody>
          <a:bodyPr/>
          <a:lstStyle>
            <a:lvl1pPr>
              <a:defRPr sz="4300"/>
            </a:lvl1pPr>
            <a:lvl2pPr>
              <a:defRPr sz="3600"/>
            </a:lvl2pPr>
            <a:lvl3pPr>
              <a:defRPr sz="3200"/>
            </a:lvl3pPr>
            <a:lvl4pPr>
              <a:defRPr sz="2900"/>
            </a:lvl4pPr>
            <a:lvl5pPr>
              <a:defRPr sz="2900"/>
            </a:lvl5pPr>
            <a:lvl6pPr>
              <a:defRPr sz="2900"/>
            </a:lvl6pPr>
            <a:lvl7pPr>
              <a:defRPr sz="2900"/>
            </a:lvl7pPr>
            <a:lvl8pPr>
              <a:defRPr sz="2900"/>
            </a:lvl8pPr>
            <a:lvl9pPr>
              <a:defRPr sz="2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9290055" y="2302671"/>
            <a:ext cx="8083550" cy="959643"/>
          </a:xfrm>
        </p:spPr>
        <p:txBody>
          <a:bodyPr anchor="b"/>
          <a:lstStyle>
            <a:lvl1pPr marL="0" indent="0">
              <a:buNone/>
              <a:defRPr sz="4300" b="1"/>
            </a:lvl1pPr>
            <a:lvl2pPr marL="816415" indent="0">
              <a:buNone/>
              <a:defRPr sz="3600" b="1"/>
            </a:lvl2pPr>
            <a:lvl3pPr marL="1632832" indent="0">
              <a:buNone/>
              <a:defRPr sz="3200" b="1"/>
            </a:lvl3pPr>
            <a:lvl4pPr marL="2449246" indent="0">
              <a:buNone/>
              <a:defRPr sz="2900" b="1"/>
            </a:lvl4pPr>
            <a:lvl5pPr marL="3265661" indent="0">
              <a:buNone/>
              <a:defRPr sz="2900" b="1"/>
            </a:lvl5pPr>
            <a:lvl6pPr marL="4082078" indent="0">
              <a:buNone/>
              <a:defRPr sz="2900" b="1"/>
            </a:lvl6pPr>
            <a:lvl7pPr marL="4898493" indent="0">
              <a:buNone/>
              <a:defRPr sz="2900" b="1"/>
            </a:lvl7pPr>
            <a:lvl8pPr marL="5714908" indent="0">
              <a:buNone/>
              <a:defRPr sz="2900" b="1"/>
            </a:lvl8pPr>
            <a:lvl9pPr marL="6531325" indent="0">
              <a:buNone/>
              <a:defRPr sz="2900" b="1"/>
            </a:lvl9pPr>
          </a:lstStyle>
          <a:p>
            <a:pPr lvl="0"/>
            <a:r>
              <a:rPr lang="en-US" smtClean="0"/>
              <a:t>Click to edit Master text styles</a:t>
            </a:r>
          </a:p>
        </p:txBody>
      </p:sp>
      <p:sp>
        <p:nvSpPr>
          <p:cNvPr id="6" name="Content Placeholder 5"/>
          <p:cNvSpPr>
            <a:spLocks noGrp="1"/>
          </p:cNvSpPr>
          <p:nvPr>
            <p:ph sz="quarter" idx="4"/>
          </p:nvPr>
        </p:nvSpPr>
        <p:spPr>
          <a:xfrm>
            <a:off x="9290055" y="3262312"/>
            <a:ext cx="8083550" cy="5926932"/>
          </a:xfrm>
        </p:spPr>
        <p:txBody>
          <a:bodyPr/>
          <a:lstStyle>
            <a:lvl1pPr>
              <a:defRPr sz="4300"/>
            </a:lvl1pPr>
            <a:lvl2pPr>
              <a:defRPr sz="3600"/>
            </a:lvl2pPr>
            <a:lvl3pPr>
              <a:defRPr sz="3200"/>
            </a:lvl3pPr>
            <a:lvl4pPr>
              <a:defRPr sz="2900"/>
            </a:lvl4pPr>
            <a:lvl5pPr>
              <a:defRPr sz="2900"/>
            </a:lvl5pPr>
            <a:lvl6pPr>
              <a:defRPr sz="2900"/>
            </a:lvl6pPr>
            <a:lvl7pPr>
              <a:defRPr sz="2900"/>
            </a:lvl7pPr>
            <a:lvl8pPr>
              <a:defRPr sz="2900"/>
            </a:lvl8pPr>
            <a:lvl9pPr>
              <a:defRPr sz="2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27-Jun-23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72908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27-Jun-23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08314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27-Jun-23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62233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5" y="409575"/>
            <a:ext cx="6016626" cy="1743075"/>
          </a:xfrm>
        </p:spPr>
        <p:txBody>
          <a:bodyPr anchor="b"/>
          <a:lstStyle>
            <a:lvl1pPr algn="l">
              <a:defRPr sz="3600" b="1"/>
            </a:lvl1pPr>
          </a:lstStyle>
          <a:p>
            <a:r>
              <a:rPr lang="en-US" smtClean="0"/>
              <a:t>Click to edit Master title style</a:t>
            </a:r>
            <a:endParaRPr lang="en-US"/>
          </a:p>
        </p:txBody>
      </p:sp>
      <p:sp>
        <p:nvSpPr>
          <p:cNvPr id="3" name="Content Placeholder 2"/>
          <p:cNvSpPr>
            <a:spLocks noGrp="1"/>
          </p:cNvSpPr>
          <p:nvPr>
            <p:ph idx="1"/>
          </p:nvPr>
        </p:nvSpPr>
        <p:spPr>
          <a:xfrm>
            <a:off x="7150100" y="409578"/>
            <a:ext cx="10223500" cy="8779670"/>
          </a:xfrm>
        </p:spPr>
        <p:txBody>
          <a:bodyPr/>
          <a:lstStyle>
            <a:lvl1pPr>
              <a:defRPr sz="5700"/>
            </a:lvl1pPr>
            <a:lvl2pPr>
              <a:defRPr sz="5000"/>
            </a:lvl2pPr>
            <a:lvl3pPr>
              <a:defRPr sz="4300"/>
            </a:lvl3pPr>
            <a:lvl4pPr>
              <a:defRPr sz="3600"/>
            </a:lvl4pPr>
            <a:lvl5pPr>
              <a:defRPr sz="3600"/>
            </a:lvl5pPr>
            <a:lvl6pPr>
              <a:defRPr sz="3600"/>
            </a:lvl6pPr>
            <a:lvl7pPr>
              <a:defRPr sz="3600"/>
            </a:lvl7pPr>
            <a:lvl8pPr>
              <a:defRPr sz="3600"/>
            </a:lvl8pPr>
            <a:lvl9pPr>
              <a:defRPr sz="3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14405" y="2152653"/>
            <a:ext cx="6016626" cy="7036595"/>
          </a:xfrm>
        </p:spPr>
        <p:txBody>
          <a:bodyPr/>
          <a:lstStyle>
            <a:lvl1pPr marL="0" indent="0">
              <a:buNone/>
              <a:defRPr sz="2500"/>
            </a:lvl1pPr>
            <a:lvl2pPr marL="816415" indent="0">
              <a:buNone/>
              <a:defRPr sz="2100"/>
            </a:lvl2pPr>
            <a:lvl3pPr marL="1632832" indent="0">
              <a:buNone/>
              <a:defRPr sz="1800"/>
            </a:lvl3pPr>
            <a:lvl4pPr marL="2449246" indent="0">
              <a:buNone/>
              <a:defRPr sz="1600"/>
            </a:lvl4pPr>
            <a:lvl5pPr marL="3265661" indent="0">
              <a:buNone/>
              <a:defRPr sz="1600"/>
            </a:lvl5pPr>
            <a:lvl6pPr marL="4082078" indent="0">
              <a:buNone/>
              <a:defRPr sz="1600"/>
            </a:lvl6pPr>
            <a:lvl7pPr marL="4898493" indent="0">
              <a:buNone/>
              <a:defRPr sz="1600"/>
            </a:lvl7pPr>
            <a:lvl8pPr marL="5714908" indent="0">
              <a:buNone/>
              <a:defRPr sz="1600"/>
            </a:lvl8pPr>
            <a:lvl9pPr marL="6531325" indent="0">
              <a:buNone/>
              <a:defRPr sz="16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27-Jun-23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68087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7200900"/>
            <a:ext cx="10972800" cy="850107"/>
          </a:xfrm>
        </p:spPr>
        <p:txBody>
          <a:bodyPr anchor="b"/>
          <a:lstStyle>
            <a:lvl1pPr algn="l">
              <a:defRPr sz="3600" b="1"/>
            </a:lvl1pPr>
          </a:lstStyle>
          <a:p>
            <a:r>
              <a:rPr lang="en-US" smtClean="0"/>
              <a:t>Click to edit Master title style</a:t>
            </a:r>
            <a:endParaRPr lang="en-US"/>
          </a:p>
        </p:txBody>
      </p:sp>
      <p:sp>
        <p:nvSpPr>
          <p:cNvPr id="3" name="Picture Placeholder 2"/>
          <p:cNvSpPr>
            <a:spLocks noGrp="1"/>
          </p:cNvSpPr>
          <p:nvPr>
            <p:ph type="pic" idx="1"/>
          </p:nvPr>
        </p:nvSpPr>
        <p:spPr>
          <a:xfrm>
            <a:off x="3584576" y="919162"/>
            <a:ext cx="10972800" cy="6172200"/>
          </a:xfrm>
        </p:spPr>
        <p:txBody>
          <a:bodyPr/>
          <a:lstStyle>
            <a:lvl1pPr marL="0" indent="0">
              <a:buNone/>
              <a:defRPr sz="5700"/>
            </a:lvl1pPr>
            <a:lvl2pPr marL="816415" indent="0">
              <a:buNone/>
              <a:defRPr sz="5000"/>
            </a:lvl2pPr>
            <a:lvl3pPr marL="1632832" indent="0">
              <a:buNone/>
              <a:defRPr sz="4300"/>
            </a:lvl3pPr>
            <a:lvl4pPr marL="2449246" indent="0">
              <a:buNone/>
              <a:defRPr sz="3600"/>
            </a:lvl4pPr>
            <a:lvl5pPr marL="3265661" indent="0">
              <a:buNone/>
              <a:defRPr sz="3600"/>
            </a:lvl5pPr>
            <a:lvl6pPr marL="4082078" indent="0">
              <a:buNone/>
              <a:defRPr sz="3600"/>
            </a:lvl6pPr>
            <a:lvl7pPr marL="4898493" indent="0">
              <a:buNone/>
              <a:defRPr sz="3600"/>
            </a:lvl7pPr>
            <a:lvl8pPr marL="5714908" indent="0">
              <a:buNone/>
              <a:defRPr sz="3600"/>
            </a:lvl8pPr>
            <a:lvl9pPr marL="6531325" indent="0">
              <a:buNone/>
              <a:defRPr sz="3600"/>
            </a:lvl9pPr>
          </a:lstStyle>
          <a:p>
            <a:endParaRPr lang="en-US"/>
          </a:p>
        </p:txBody>
      </p:sp>
      <p:sp>
        <p:nvSpPr>
          <p:cNvPr id="4" name="Text Placeholder 3"/>
          <p:cNvSpPr>
            <a:spLocks noGrp="1"/>
          </p:cNvSpPr>
          <p:nvPr>
            <p:ph type="body" sz="half" idx="2"/>
          </p:nvPr>
        </p:nvSpPr>
        <p:spPr>
          <a:xfrm>
            <a:off x="3584576" y="8051007"/>
            <a:ext cx="10972800" cy="1207293"/>
          </a:xfrm>
        </p:spPr>
        <p:txBody>
          <a:bodyPr/>
          <a:lstStyle>
            <a:lvl1pPr marL="0" indent="0">
              <a:buNone/>
              <a:defRPr sz="2500"/>
            </a:lvl1pPr>
            <a:lvl2pPr marL="816415" indent="0">
              <a:buNone/>
              <a:defRPr sz="2100"/>
            </a:lvl2pPr>
            <a:lvl3pPr marL="1632832" indent="0">
              <a:buNone/>
              <a:defRPr sz="1800"/>
            </a:lvl3pPr>
            <a:lvl4pPr marL="2449246" indent="0">
              <a:buNone/>
              <a:defRPr sz="1600"/>
            </a:lvl4pPr>
            <a:lvl5pPr marL="3265661" indent="0">
              <a:buNone/>
              <a:defRPr sz="1600"/>
            </a:lvl5pPr>
            <a:lvl6pPr marL="4082078" indent="0">
              <a:buNone/>
              <a:defRPr sz="1600"/>
            </a:lvl6pPr>
            <a:lvl7pPr marL="4898493" indent="0">
              <a:buNone/>
              <a:defRPr sz="1600"/>
            </a:lvl7pPr>
            <a:lvl8pPr marL="5714908" indent="0">
              <a:buNone/>
              <a:defRPr sz="1600"/>
            </a:lvl8pPr>
            <a:lvl9pPr marL="6531325" indent="0">
              <a:buNone/>
              <a:defRPr sz="16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27-Jun-23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52098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27-Jun-23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07085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678400" y="411959"/>
            <a:ext cx="5486400" cy="87772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19200" y="411959"/>
            <a:ext cx="16154400" cy="87772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27-Jun-23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74732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411957"/>
            <a:ext cx="16459200" cy="1714500"/>
          </a:xfrm>
          <a:prstGeom prst="rect">
            <a:avLst/>
          </a:prstGeom>
        </p:spPr>
        <p:txBody>
          <a:bodyPr vert="horz" lIns="163283" tIns="81642" rIns="163283" bIns="81642"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914400" y="2400305"/>
            <a:ext cx="16459200" cy="6788945"/>
          </a:xfrm>
          <a:prstGeom prst="rect">
            <a:avLst/>
          </a:prstGeom>
        </p:spPr>
        <p:txBody>
          <a:bodyPr vert="horz" lIns="163283" tIns="81642" rIns="163283" bIns="8164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914400" y="9534530"/>
            <a:ext cx="4267200" cy="547688"/>
          </a:xfrm>
          <a:prstGeom prst="rect">
            <a:avLst/>
          </a:prstGeom>
        </p:spPr>
        <p:txBody>
          <a:bodyPr vert="horz" lIns="163283" tIns="81642" rIns="163283" bIns="81642" rtlCol="0" anchor="ctr"/>
          <a:lstStyle>
            <a:lvl1pPr algn="l">
              <a:defRPr sz="2100">
                <a:solidFill>
                  <a:schemeClr val="tx1">
                    <a:tint val="75000"/>
                  </a:schemeClr>
                </a:solidFill>
              </a:defRPr>
            </a:lvl1pPr>
          </a:lstStyle>
          <a:p>
            <a:fld id="{1D8BD707-D9CF-40AE-B4C6-C98DA3205C09}" type="datetimeFigureOut">
              <a:rPr lang="en-US" smtClean="0"/>
              <a:t>27-Jun-23</a:t>
            </a:fld>
            <a:endParaRPr lang="en-US"/>
          </a:p>
        </p:txBody>
      </p:sp>
      <p:sp>
        <p:nvSpPr>
          <p:cNvPr id="5" name="Footer Placeholder 4"/>
          <p:cNvSpPr>
            <a:spLocks noGrp="1"/>
          </p:cNvSpPr>
          <p:nvPr>
            <p:ph type="ftr" sz="quarter" idx="3"/>
          </p:nvPr>
        </p:nvSpPr>
        <p:spPr>
          <a:xfrm>
            <a:off x="6248400" y="9534530"/>
            <a:ext cx="5791200" cy="547688"/>
          </a:xfrm>
          <a:prstGeom prst="rect">
            <a:avLst/>
          </a:prstGeom>
        </p:spPr>
        <p:txBody>
          <a:bodyPr vert="horz" lIns="163283" tIns="81642" rIns="163283" bIns="81642" rtlCol="0" anchor="ctr"/>
          <a:lstStyle>
            <a:lvl1pPr algn="ctr">
              <a:defRPr sz="21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106400" y="9534530"/>
            <a:ext cx="4267200" cy="547688"/>
          </a:xfrm>
          <a:prstGeom prst="rect">
            <a:avLst/>
          </a:prstGeom>
        </p:spPr>
        <p:txBody>
          <a:bodyPr vert="horz" lIns="163283" tIns="81642" rIns="163283" bIns="81642" rtlCol="0" anchor="ctr"/>
          <a:lstStyle>
            <a:lvl1pPr algn="r">
              <a:defRPr sz="21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4195107990"/>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ctr" defTabSz="1632832" rtl="0" eaLnBrk="1" latinLnBrk="0" hangingPunct="1">
        <a:spcBef>
          <a:spcPct val="0"/>
        </a:spcBef>
        <a:buNone/>
        <a:defRPr sz="7900" kern="1200">
          <a:solidFill>
            <a:schemeClr val="tx1"/>
          </a:solidFill>
          <a:latin typeface="+mj-lt"/>
          <a:ea typeface="+mj-ea"/>
          <a:cs typeface="+mj-cs"/>
        </a:defRPr>
      </a:lvl1pPr>
    </p:titleStyle>
    <p:bodyStyle>
      <a:lvl1pPr marL="612313" indent="-612313" algn="l" defTabSz="1632832" rtl="0" eaLnBrk="1" latinLnBrk="0" hangingPunct="1">
        <a:spcBef>
          <a:spcPct val="20000"/>
        </a:spcBef>
        <a:buFont typeface="Arial" panose="020B0604020202020204" pitchFamily="34" charset="0"/>
        <a:buChar char="•"/>
        <a:defRPr sz="5700" kern="1200">
          <a:solidFill>
            <a:schemeClr val="tx1"/>
          </a:solidFill>
          <a:latin typeface="+mn-lt"/>
          <a:ea typeface="+mn-ea"/>
          <a:cs typeface="+mn-cs"/>
        </a:defRPr>
      </a:lvl1pPr>
      <a:lvl2pPr marL="1326675" indent="-510260" algn="l" defTabSz="1632832" rtl="0" eaLnBrk="1" latinLnBrk="0" hangingPunct="1">
        <a:spcBef>
          <a:spcPct val="20000"/>
        </a:spcBef>
        <a:buFont typeface="Arial" panose="020B0604020202020204" pitchFamily="34" charset="0"/>
        <a:buChar char="–"/>
        <a:defRPr sz="5000" kern="1200">
          <a:solidFill>
            <a:schemeClr val="tx1"/>
          </a:solidFill>
          <a:latin typeface="+mn-lt"/>
          <a:ea typeface="+mn-ea"/>
          <a:cs typeface="+mn-cs"/>
        </a:defRPr>
      </a:lvl2pPr>
      <a:lvl3pPr marL="2041039" indent="-408207" algn="l" defTabSz="1632832"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3pPr>
      <a:lvl4pPr marL="2857454" indent="-408207" algn="l" defTabSz="1632832"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4pPr>
      <a:lvl5pPr marL="3673869" indent="-408207" algn="l" defTabSz="1632832"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5pPr>
      <a:lvl6pPr marL="4490286" indent="-408207" algn="l" defTabSz="1632832"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6pPr>
      <a:lvl7pPr marL="5306700" indent="-408207" algn="l" defTabSz="1632832"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7pPr>
      <a:lvl8pPr marL="6123115" indent="-408207" algn="l" defTabSz="1632832"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8pPr>
      <a:lvl9pPr marL="6939532" indent="-408207" algn="l" defTabSz="1632832"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632832" rtl="0" eaLnBrk="1" latinLnBrk="0" hangingPunct="1">
        <a:defRPr sz="3200" kern="1200">
          <a:solidFill>
            <a:schemeClr val="tx1"/>
          </a:solidFill>
          <a:latin typeface="+mn-lt"/>
          <a:ea typeface="+mn-ea"/>
          <a:cs typeface="+mn-cs"/>
        </a:defRPr>
      </a:lvl1pPr>
      <a:lvl2pPr marL="816415" algn="l" defTabSz="1632832" rtl="0" eaLnBrk="1" latinLnBrk="0" hangingPunct="1">
        <a:defRPr sz="3200" kern="1200">
          <a:solidFill>
            <a:schemeClr val="tx1"/>
          </a:solidFill>
          <a:latin typeface="+mn-lt"/>
          <a:ea typeface="+mn-ea"/>
          <a:cs typeface="+mn-cs"/>
        </a:defRPr>
      </a:lvl2pPr>
      <a:lvl3pPr marL="1632832" algn="l" defTabSz="1632832" rtl="0" eaLnBrk="1" latinLnBrk="0" hangingPunct="1">
        <a:defRPr sz="3200" kern="1200">
          <a:solidFill>
            <a:schemeClr val="tx1"/>
          </a:solidFill>
          <a:latin typeface="+mn-lt"/>
          <a:ea typeface="+mn-ea"/>
          <a:cs typeface="+mn-cs"/>
        </a:defRPr>
      </a:lvl3pPr>
      <a:lvl4pPr marL="2449246" algn="l" defTabSz="1632832" rtl="0" eaLnBrk="1" latinLnBrk="0" hangingPunct="1">
        <a:defRPr sz="3200" kern="1200">
          <a:solidFill>
            <a:schemeClr val="tx1"/>
          </a:solidFill>
          <a:latin typeface="+mn-lt"/>
          <a:ea typeface="+mn-ea"/>
          <a:cs typeface="+mn-cs"/>
        </a:defRPr>
      </a:lvl4pPr>
      <a:lvl5pPr marL="3265661" algn="l" defTabSz="1632832" rtl="0" eaLnBrk="1" latinLnBrk="0" hangingPunct="1">
        <a:defRPr sz="3200" kern="1200">
          <a:solidFill>
            <a:schemeClr val="tx1"/>
          </a:solidFill>
          <a:latin typeface="+mn-lt"/>
          <a:ea typeface="+mn-ea"/>
          <a:cs typeface="+mn-cs"/>
        </a:defRPr>
      </a:lvl5pPr>
      <a:lvl6pPr marL="4082078" algn="l" defTabSz="1632832" rtl="0" eaLnBrk="1" latinLnBrk="0" hangingPunct="1">
        <a:defRPr sz="3200" kern="1200">
          <a:solidFill>
            <a:schemeClr val="tx1"/>
          </a:solidFill>
          <a:latin typeface="+mn-lt"/>
          <a:ea typeface="+mn-ea"/>
          <a:cs typeface="+mn-cs"/>
        </a:defRPr>
      </a:lvl6pPr>
      <a:lvl7pPr marL="4898493" algn="l" defTabSz="1632832" rtl="0" eaLnBrk="1" latinLnBrk="0" hangingPunct="1">
        <a:defRPr sz="3200" kern="1200">
          <a:solidFill>
            <a:schemeClr val="tx1"/>
          </a:solidFill>
          <a:latin typeface="+mn-lt"/>
          <a:ea typeface="+mn-ea"/>
          <a:cs typeface="+mn-cs"/>
        </a:defRPr>
      </a:lvl7pPr>
      <a:lvl8pPr marL="5714908" algn="l" defTabSz="1632832" rtl="0" eaLnBrk="1" latinLnBrk="0" hangingPunct="1">
        <a:defRPr sz="3200" kern="1200">
          <a:solidFill>
            <a:schemeClr val="tx1"/>
          </a:solidFill>
          <a:latin typeface="+mn-lt"/>
          <a:ea typeface="+mn-ea"/>
          <a:cs typeface="+mn-cs"/>
        </a:defRPr>
      </a:lvl8pPr>
      <a:lvl9pPr marL="6531325" algn="l" defTabSz="1632832"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object 3"/>
          <p:cNvGrpSpPr/>
          <p:nvPr/>
        </p:nvGrpSpPr>
        <p:grpSpPr>
          <a:xfrm>
            <a:off x="205354" y="9668723"/>
            <a:ext cx="772160" cy="343535"/>
            <a:chOff x="205354" y="9668723"/>
            <a:chExt cx="772160" cy="343535"/>
          </a:xfrm>
        </p:grpSpPr>
        <p:sp>
          <p:nvSpPr>
            <p:cNvPr id="1048706" name="object 4"/>
            <p:cNvSpPr/>
            <p:nvPr/>
          </p:nvSpPr>
          <p:spPr>
            <a:xfrm>
              <a:off x="211067" y="9674435"/>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707" name="object 5"/>
            <p:cNvSpPr/>
            <p:nvPr/>
          </p:nvSpPr>
          <p:spPr>
            <a:xfrm>
              <a:off x="275829" y="9789404"/>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8" name="object 6"/>
            <p:cNvSpPr/>
            <p:nvPr/>
          </p:nvSpPr>
          <p:spPr>
            <a:xfrm>
              <a:off x="211067" y="9674435"/>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1026" name="Picture 2" descr="C:\Users\user\Documents\Programming\Codet\istockphoto-1331943958-612x6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952500"/>
            <a:ext cx="11811000" cy="727413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048000" y="1333500"/>
            <a:ext cx="9682655" cy="7448193"/>
          </a:xfrm>
          <a:prstGeom prst="rect">
            <a:avLst/>
          </a:prstGeom>
          <a:noFill/>
        </p:spPr>
        <p:txBody>
          <a:bodyPr wrap="square" rtlCol="0">
            <a:spAutoFit/>
          </a:bodyPr>
          <a:lstStyle/>
          <a:p>
            <a:r>
              <a:rPr lang="en-US" sz="23900" dirty="0">
                <a:solidFill>
                  <a:schemeClr val="accent1"/>
                </a:solidFill>
                <a:latin typeface="+mj-lt"/>
                <a:ea typeface="+mj-ea"/>
                <a:cs typeface="+mj-cs"/>
              </a:rPr>
              <a:t>Wi-Stick</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object 2"/>
          <p:cNvGrpSpPr/>
          <p:nvPr/>
        </p:nvGrpSpPr>
        <p:grpSpPr>
          <a:xfrm>
            <a:off x="-2379733" y="9026738"/>
            <a:ext cx="760730" cy="332105"/>
            <a:chOff x="211067" y="9674440"/>
            <a:chExt cx="760730" cy="332105"/>
          </a:xfrm>
        </p:grpSpPr>
        <p:sp>
          <p:nvSpPr>
            <p:cNvPr id="1048625" name="object 4"/>
            <p:cNvSpPr/>
            <p:nvPr/>
          </p:nvSpPr>
          <p:spPr>
            <a:xfrm>
              <a:off x="211067" y="9674440"/>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26" name="object 5"/>
            <p:cNvSpPr/>
            <p:nvPr/>
          </p:nvSpPr>
          <p:spPr>
            <a:xfrm>
              <a:off x="275829" y="9789409"/>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627" name="object 6"/>
            <p:cNvSpPr/>
            <p:nvPr/>
          </p:nvSpPr>
          <p:spPr>
            <a:xfrm>
              <a:off x="211067" y="9674440"/>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sp>
        <p:nvSpPr>
          <p:cNvPr id="2" name="Title 1">
            <a:extLst>
              <a:ext uri="{FF2B5EF4-FFF2-40B4-BE49-F238E27FC236}">
                <a16:creationId xmlns="" xmlns:a16="http://schemas.microsoft.com/office/drawing/2014/main" id="{073368DA-6E5C-42BF-95BF-718FEFF03647}"/>
              </a:ext>
            </a:extLst>
          </p:cNvPr>
          <p:cNvSpPr>
            <a:spLocks noGrp="1"/>
          </p:cNvSpPr>
          <p:nvPr>
            <p:ph type="ctrTitle"/>
          </p:nvPr>
        </p:nvSpPr>
        <p:spPr>
          <a:xfrm>
            <a:off x="4991100" y="4229100"/>
            <a:ext cx="8763000" cy="1676400"/>
          </a:xfrm>
        </p:spPr>
        <p:txBody>
          <a:bodyPr/>
          <a:lstStyle/>
          <a:p>
            <a:pPr algn="ctr"/>
            <a:r>
              <a:rPr lang="en-US" dirty="0" smtClean="0"/>
              <a:t>Problem Statements</a:t>
            </a:r>
            <a:endParaRPr lang="en-US" dirty="0"/>
          </a:p>
        </p:txBody>
      </p:sp>
      <p:cxnSp>
        <p:nvCxnSpPr>
          <p:cNvPr id="7" name="Straight Connector 6"/>
          <p:cNvCxnSpPr/>
          <p:nvPr/>
        </p:nvCxnSpPr>
        <p:spPr>
          <a:xfrm>
            <a:off x="3352800" y="6591300"/>
            <a:ext cx="1203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3314700"/>
            <a:ext cx="1203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D0609E0C-41A6-4FAB-B807-80A09301D7D8}"/>
              </a:ext>
            </a:extLst>
          </p:cNvPr>
          <p:cNvSpPr>
            <a:spLocks noGrp="1"/>
          </p:cNvSpPr>
          <p:nvPr>
            <p:ph type="title"/>
          </p:nvPr>
        </p:nvSpPr>
        <p:spPr/>
        <p:txBody>
          <a:bodyPr>
            <a:normAutofit/>
          </a:bodyPr>
          <a:lstStyle/>
          <a:p>
            <a:r>
              <a:rPr lang="en-US" dirty="0" smtClean="0"/>
              <a:t>Problem Statements</a:t>
            </a:r>
            <a:endParaRPr lang="en-US" dirty="0"/>
          </a:p>
        </p:txBody>
      </p:sp>
      <p:sp>
        <p:nvSpPr>
          <p:cNvPr id="6" name="Content Placeholder 5">
            <a:extLst>
              <a:ext uri="{FF2B5EF4-FFF2-40B4-BE49-F238E27FC236}">
                <a16:creationId xmlns="" xmlns:a16="http://schemas.microsoft.com/office/drawing/2014/main" id="{8B3C6CCB-FA77-4694-9ECB-2572C512B18E}"/>
              </a:ext>
            </a:extLst>
          </p:cNvPr>
          <p:cNvSpPr>
            <a:spLocks noGrp="1"/>
          </p:cNvSpPr>
          <p:nvPr>
            <p:ph idx="1"/>
          </p:nvPr>
        </p:nvSpPr>
        <p:spPr>
          <a:xfrm>
            <a:off x="971797" y="2080520"/>
            <a:ext cx="8585199" cy="5821160"/>
          </a:xfrm>
        </p:spPr>
        <p:txBody>
          <a:bodyPr>
            <a:noAutofit/>
          </a:bodyPr>
          <a:lstStyle/>
          <a:p>
            <a:pPr marL="0" indent="0">
              <a:buNone/>
            </a:pPr>
            <a:endParaRPr lang="en-US" sz="2800" b="1" dirty="0"/>
          </a:p>
          <a:p>
            <a:r>
              <a:rPr lang="en-US" sz="2800" b="1" dirty="0" smtClean="0"/>
              <a:t>In </a:t>
            </a:r>
            <a:r>
              <a:rPr lang="en-US" sz="2800" b="1" dirty="0"/>
              <a:t>the United States, an estimated 1,640 people with asthma die each </a:t>
            </a:r>
            <a:r>
              <a:rPr lang="en-US" sz="2800" b="1" dirty="0" smtClean="0"/>
              <a:t>year.</a:t>
            </a:r>
          </a:p>
          <a:p>
            <a:endParaRPr lang="en-US" sz="2800" b="1" dirty="0"/>
          </a:p>
          <a:p>
            <a:r>
              <a:rPr lang="en-US" sz="2800" b="1" dirty="0" smtClean="0"/>
              <a:t>Approximately </a:t>
            </a:r>
            <a:r>
              <a:rPr lang="en-US" sz="2800" b="1" dirty="0"/>
              <a:t>10% are attributed to an asthma attack that occurs when the person's inhaler is not available. </a:t>
            </a:r>
            <a:endParaRPr lang="en-US" sz="2800" b="1" dirty="0" smtClean="0"/>
          </a:p>
          <a:p>
            <a:endParaRPr lang="en-US" sz="2800" b="1" dirty="0" smtClean="0"/>
          </a:p>
          <a:p>
            <a:r>
              <a:rPr lang="en-US" sz="2800" b="1" dirty="0" smtClean="0"/>
              <a:t>This </a:t>
            </a:r>
            <a:r>
              <a:rPr lang="en-US" sz="2800" b="1" dirty="0"/>
              <a:t>means that approximately 164 people die each year in the United States from asthma attacks that could have been prevented if the person had had their inhaler with them</a:t>
            </a:r>
            <a:r>
              <a:rPr lang="en-US" sz="2800" b="1" dirty="0" smtClean="0"/>
              <a:t>.</a:t>
            </a:r>
          </a:p>
          <a:p>
            <a:r>
              <a:rPr lang="en-US" sz="2800" b="1" dirty="0" smtClean="0"/>
              <a:t>Around the world, more than 300 million people suffer from asthma</a:t>
            </a:r>
          </a:p>
          <a:p>
            <a:pPr marL="0" indent="0">
              <a:buNone/>
            </a:pPr>
            <a:endParaRPr lang="en-US" sz="2800" b="1" dirty="0" smtClean="0"/>
          </a:p>
          <a:p>
            <a:r>
              <a:rPr lang="en-US" sz="2800" b="1" dirty="0" smtClean="0"/>
              <a:t>Around 250,000 people dies each year</a:t>
            </a:r>
            <a:endParaRPr lang="en-US" sz="2800" b="1" dirty="0"/>
          </a:p>
        </p:txBody>
      </p:sp>
      <p:grpSp>
        <p:nvGrpSpPr>
          <p:cNvPr id="35" name="object 5"/>
          <p:cNvGrpSpPr/>
          <p:nvPr/>
        </p:nvGrpSpPr>
        <p:grpSpPr>
          <a:xfrm>
            <a:off x="205354" y="9668725"/>
            <a:ext cx="772160" cy="343535"/>
            <a:chOff x="205354" y="9668725"/>
            <a:chExt cx="772160" cy="343535"/>
          </a:xfrm>
        </p:grpSpPr>
        <p:sp>
          <p:nvSpPr>
            <p:cNvPr id="1048664" name="object 6"/>
            <p:cNvSpPr/>
            <p:nvPr/>
          </p:nvSpPr>
          <p:spPr>
            <a:xfrm>
              <a:off x="211067" y="9674438"/>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65" name="object 7"/>
            <p:cNvSpPr/>
            <p:nvPr/>
          </p:nvSpPr>
          <p:spPr>
            <a:xfrm>
              <a:off x="275829" y="9789406"/>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666" name="object 8"/>
            <p:cNvSpPr/>
            <p:nvPr/>
          </p:nvSpPr>
          <p:spPr>
            <a:xfrm>
              <a:off x="211067" y="9674438"/>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1026" name="Picture 2" descr="C:\Users\user\Documents\Programming\Codet\0-1 (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4800" y="5695950"/>
            <a:ext cx="5295900" cy="343670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C:\Users\user\Documents\Programming\Codet\download (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4800" y="2247900"/>
            <a:ext cx="5295900"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D0609E0C-41A6-4FAB-B807-80A09301D7D8}"/>
              </a:ext>
            </a:extLst>
          </p:cNvPr>
          <p:cNvSpPr>
            <a:spLocks noGrp="1"/>
          </p:cNvSpPr>
          <p:nvPr>
            <p:ph type="title"/>
          </p:nvPr>
        </p:nvSpPr>
        <p:spPr>
          <a:xfrm>
            <a:off x="896224" y="19050"/>
            <a:ext cx="15943976" cy="1714500"/>
          </a:xfrm>
        </p:spPr>
        <p:txBody>
          <a:bodyPr>
            <a:normAutofit/>
          </a:bodyPr>
          <a:lstStyle/>
          <a:p>
            <a:r>
              <a:rPr lang="en-US" dirty="0"/>
              <a:t>Problem Statement</a:t>
            </a:r>
          </a:p>
        </p:txBody>
      </p:sp>
      <p:sp>
        <p:nvSpPr>
          <p:cNvPr id="6" name="Content Placeholder 5">
            <a:extLst>
              <a:ext uri="{FF2B5EF4-FFF2-40B4-BE49-F238E27FC236}">
                <a16:creationId xmlns="" xmlns:a16="http://schemas.microsoft.com/office/drawing/2014/main" id="{8B3C6CCB-FA77-4694-9ECB-2572C512B18E}"/>
              </a:ext>
            </a:extLst>
          </p:cNvPr>
          <p:cNvSpPr>
            <a:spLocks noGrp="1"/>
          </p:cNvSpPr>
          <p:nvPr>
            <p:ph idx="1"/>
          </p:nvPr>
        </p:nvSpPr>
        <p:spPr>
          <a:xfrm>
            <a:off x="1016001" y="2232920"/>
            <a:ext cx="8585199" cy="5821160"/>
          </a:xfrm>
        </p:spPr>
        <p:txBody>
          <a:bodyPr>
            <a:noAutofit/>
          </a:bodyPr>
          <a:lstStyle/>
          <a:p>
            <a:pPr marL="0" indent="0">
              <a:buNone/>
            </a:pPr>
            <a:r>
              <a:rPr lang="en-US" sz="4000" b="1" dirty="0"/>
              <a:t>According to the National Center for Missing and Exploited Children (NCMEC</a:t>
            </a:r>
            <a:r>
              <a:rPr lang="en-US" sz="4000" b="1" dirty="0" smtClean="0"/>
              <a:t>):</a:t>
            </a:r>
          </a:p>
          <a:p>
            <a:endParaRPr lang="en-US" sz="4000" b="1" dirty="0" smtClean="0"/>
          </a:p>
          <a:p>
            <a:r>
              <a:rPr lang="en-US" sz="4000" b="1" dirty="0" smtClean="0"/>
              <a:t>an </a:t>
            </a:r>
            <a:r>
              <a:rPr lang="en-US" sz="4000" b="1" dirty="0"/>
              <a:t>average of 2,300 children are reported missing every day in the United States. </a:t>
            </a:r>
            <a:endParaRPr lang="en-US" sz="4000" b="1" dirty="0" smtClean="0"/>
          </a:p>
          <a:p>
            <a:endParaRPr lang="en-US" sz="4000" b="1" dirty="0"/>
          </a:p>
          <a:p>
            <a:r>
              <a:rPr lang="en-US" sz="4000" b="1" dirty="0" smtClean="0"/>
              <a:t>About </a:t>
            </a:r>
            <a:r>
              <a:rPr lang="en-US" sz="4000" b="1" dirty="0"/>
              <a:t>1,000 are abducted by strangers, and the rest are lost or runaways.</a:t>
            </a:r>
          </a:p>
        </p:txBody>
      </p:sp>
      <p:grpSp>
        <p:nvGrpSpPr>
          <p:cNvPr id="35" name="object 5"/>
          <p:cNvGrpSpPr/>
          <p:nvPr/>
        </p:nvGrpSpPr>
        <p:grpSpPr>
          <a:xfrm>
            <a:off x="205354" y="9668725"/>
            <a:ext cx="772160" cy="343535"/>
            <a:chOff x="205354" y="9668725"/>
            <a:chExt cx="772160" cy="343535"/>
          </a:xfrm>
        </p:grpSpPr>
        <p:sp>
          <p:nvSpPr>
            <p:cNvPr id="1048664" name="object 6"/>
            <p:cNvSpPr/>
            <p:nvPr/>
          </p:nvSpPr>
          <p:spPr>
            <a:xfrm>
              <a:off x="211067" y="9674438"/>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65" name="object 7"/>
            <p:cNvSpPr/>
            <p:nvPr/>
          </p:nvSpPr>
          <p:spPr>
            <a:xfrm>
              <a:off x="275829" y="9789406"/>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666" name="object 8"/>
            <p:cNvSpPr/>
            <p:nvPr/>
          </p:nvSpPr>
          <p:spPr>
            <a:xfrm>
              <a:off x="211067" y="9674438"/>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6146" name="Picture 2" descr="C:\Users\user\Documents\Programming\Codet\0-1 (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4850" y="2171700"/>
            <a:ext cx="49530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60131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D0609E0C-41A6-4FAB-B807-80A09301D7D8}"/>
              </a:ext>
            </a:extLst>
          </p:cNvPr>
          <p:cNvSpPr>
            <a:spLocks noGrp="1"/>
          </p:cNvSpPr>
          <p:nvPr>
            <p:ph type="title"/>
          </p:nvPr>
        </p:nvSpPr>
        <p:spPr/>
        <p:txBody>
          <a:bodyPr>
            <a:normAutofit/>
          </a:bodyPr>
          <a:lstStyle/>
          <a:p>
            <a:r>
              <a:rPr lang="en-US" dirty="0"/>
              <a:t>Problem Statement</a:t>
            </a:r>
          </a:p>
        </p:txBody>
      </p:sp>
      <p:sp>
        <p:nvSpPr>
          <p:cNvPr id="6" name="Content Placeholder 5">
            <a:extLst>
              <a:ext uri="{FF2B5EF4-FFF2-40B4-BE49-F238E27FC236}">
                <a16:creationId xmlns="" xmlns:a16="http://schemas.microsoft.com/office/drawing/2014/main" id="{8B3C6CCB-FA77-4694-9ECB-2572C512B18E}"/>
              </a:ext>
            </a:extLst>
          </p:cNvPr>
          <p:cNvSpPr>
            <a:spLocks noGrp="1"/>
          </p:cNvSpPr>
          <p:nvPr>
            <p:ph idx="1"/>
          </p:nvPr>
        </p:nvSpPr>
        <p:spPr>
          <a:xfrm>
            <a:off x="1016001" y="2232920"/>
            <a:ext cx="8280399" cy="5425180"/>
          </a:xfrm>
        </p:spPr>
        <p:txBody>
          <a:bodyPr>
            <a:noAutofit/>
          </a:bodyPr>
          <a:lstStyle/>
          <a:p>
            <a:r>
              <a:rPr lang="en-US" sz="4400" b="1" dirty="0"/>
              <a:t>An estimated $20 billion worth of valuable materials are lost or misplaced each year</a:t>
            </a:r>
            <a:r>
              <a:rPr lang="en-US" sz="4400" b="1" dirty="0" smtClean="0"/>
              <a:t>.</a:t>
            </a:r>
          </a:p>
          <a:p>
            <a:pPr marL="0" indent="0">
              <a:buNone/>
            </a:pPr>
            <a:endParaRPr lang="en-US" sz="4400" b="1" dirty="0"/>
          </a:p>
          <a:p>
            <a:r>
              <a:rPr lang="en-US" sz="4400" b="1" dirty="0"/>
              <a:t>The most common reasons for misplacing valuable materials are forgetfulness, carelessness, and theft.</a:t>
            </a:r>
          </a:p>
        </p:txBody>
      </p:sp>
      <p:grpSp>
        <p:nvGrpSpPr>
          <p:cNvPr id="35" name="object 5"/>
          <p:cNvGrpSpPr/>
          <p:nvPr/>
        </p:nvGrpSpPr>
        <p:grpSpPr>
          <a:xfrm>
            <a:off x="205354" y="9668725"/>
            <a:ext cx="772160" cy="343535"/>
            <a:chOff x="205354" y="9668725"/>
            <a:chExt cx="772160" cy="343535"/>
          </a:xfrm>
        </p:grpSpPr>
        <p:sp>
          <p:nvSpPr>
            <p:cNvPr id="1048664" name="object 6"/>
            <p:cNvSpPr/>
            <p:nvPr/>
          </p:nvSpPr>
          <p:spPr>
            <a:xfrm>
              <a:off x="211067" y="9674438"/>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65" name="object 7"/>
            <p:cNvSpPr/>
            <p:nvPr/>
          </p:nvSpPr>
          <p:spPr>
            <a:xfrm>
              <a:off x="275829" y="9789406"/>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666" name="object 8"/>
            <p:cNvSpPr/>
            <p:nvPr/>
          </p:nvSpPr>
          <p:spPr>
            <a:xfrm>
              <a:off x="211067" y="9674438"/>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4098" name="Picture 2" descr="C:\Users\user\Documents\Programming\Codet\depositphotos_237387518-stock-photo-frustrated-man-covering-his-fac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01400" y="2476500"/>
            <a:ext cx="6096000" cy="4446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6213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914400" y="2400305"/>
            <a:ext cx="13563600" cy="5181595"/>
          </a:xfrm>
        </p:spPr>
        <p:txBody>
          <a:bodyPr>
            <a:noAutofit/>
          </a:bodyPr>
          <a:lstStyle/>
          <a:p>
            <a:pPr marL="0" indent="0">
              <a:buNone/>
            </a:pPr>
            <a:endParaRPr lang="en-US" sz="6600" b="1" dirty="0" smtClean="0"/>
          </a:p>
          <a:p>
            <a:r>
              <a:rPr lang="en-US" sz="5400" b="1" dirty="0" smtClean="0"/>
              <a:t>What makes a project great is not basically in its sophistication, but in its ability to solve real life problem.</a:t>
            </a:r>
          </a:p>
          <a:p>
            <a:endParaRPr lang="en-US" sz="5400" b="1" dirty="0"/>
          </a:p>
          <a:p>
            <a:r>
              <a:rPr lang="en-US" sz="5400" b="1" dirty="0" smtClean="0"/>
              <a:t>WiStick is about solving real life problem</a:t>
            </a:r>
          </a:p>
          <a:p>
            <a:endParaRPr lang="en-US" sz="6600" b="1" dirty="0"/>
          </a:p>
          <a:p>
            <a:endParaRPr lang="en-US" sz="6600" b="1" dirty="0" smtClean="0"/>
          </a:p>
        </p:txBody>
      </p:sp>
      <p:cxnSp>
        <p:nvCxnSpPr>
          <p:cNvPr id="4" name="Straight Connector 3"/>
          <p:cNvCxnSpPr/>
          <p:nvPr/>
        </p:nvCxnSpPr>
        <p:spPr>
          <a:xfrm>
            <a:off x="3200400" y="495300"/>
            <a:ext cx="1203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3048000" y="2171700"/>
            <a:ext cx="1203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26799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object 2"/>
          <p:cNvGrpSpPr/>
          <p:nvPr/>
        </p:nvGrpSpPr>
        <p:grpSpPr>
          <a:xfrm>
            <a:off x="-2379733" y="9026738"/>
            <a:ext cx="760730" cy="332105"/>
            <a:chOff x="211067" y="9674440"/>
            <a:chExt cx="760730" cy="332105"/>
          </a:xfrm>
        </p:grpSpPr>
        <p:sp>
          <p:nvSpPr>
            <p:cNvPr id="1048625" name="object 4"/>
            <p:cNvSpPr/>
            <p:nvPr/>
          </p:nvSpPr>
          <p:spPr>
            <a:xfrm>
              <a:off x="211067" y="9674440"/>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26" name="object 5"/>
            <p:cNvSpPr/>
            <p:nvPr/>
          </p:nvSpPr>
          <p:spPr>
            <a:xfrm>
              <a:off x="275829" y="9789409"/>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627" name="object 6"/>
            <p:cNvSpPr/>
            <p:nvPr/>
          </p:nvSpPr>
          <p:spPr>
            <a:xfrm>
              <a:off x="211067" y="9674440"/>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sp>
        <p:nvSpPr>
          <p:cNvPr id="2" name="Title 1">
            <a:extLst>
              <a:ext uri="{FF2B5EF4-FFF2-40B4-BE49-F238E27FC236}">
                <a16:creationId xmlns="" xmlns:a16="http://schemas.microsoft.com/office/drawing/2014/main" id="{073368DA-6E5C-42BF-95BF-718FEFF03647}"/>
              </a:ext>
            </a:extLst>
          </p:cNvPr>
          <p:cNvSpPr>
            <a:spLocks noGrp="1"/>
          </p:cNvSpPr>
          <p:nvPr>
            <p:ph type="ctrTitle"/>
          </p:nvPr>
        </p:nvSpPr>
        <p:spPr>
          <a:xfrm>
            <a:off x="4991100" y="4229100"/>
            <a:ext cx="8763000" cy="1676400"/>
          </a:xfrm>
        </p:spPr>
        <p:txBody>
          <a:bodyPr/>
          <a:lstStyle/>
          <a:p>
            <a:pPr algn="ctr"/>
            <a:r>
              <a:rPr lang="en-US" dirty="0"/>
              <a:t>About the device</a:t>
            </a:r>
          </a:p>
        </p:txBody>
      </p:sp>
      <p:cxnSp>
        <p:nvCxnSpPr>
          <p:cNvPr id="7" name="Straight Connector 6"/>
          <p:cNvCxnSpPr/>
          <p:nvPr/>
        </p:nvCxnSpPr>
        <p:spPr>
          <a:xfrm>
            <a:off x="3352800" y="6591300"/>
            <a:ext cx="1203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3314700"/>
            <a:ext cx="1203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52862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object 9"/>
          <p:cNvGrpSpPr/>
          <p:nvPr/>
        </p:nvGrpSpPr>
        <p:grpSpPr>
          <a:xfrm>
            <a:off x="205354" y="9668724"/>
            <a:ext cx="772160" cy="343535"/>
            <a:chOff x="205354" y="9668724"/>
            <a:chExt cx="772160" cy="343535"/>
          </a:xfrm>
        </p:grpSpPr>
        <p:sp>
          <p:nvSpPr>
            <p:cNvPr id="1048659" name="object 10"/>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60" name="object 11"/>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661" name="object 12"/>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sp>
        <p:nvSpPr>
          <p:cNvPr id="2" name="Title 1"/>
          <p:cNvSpPr>
            <a:spLocks noGrp="1"/>
          </p:cNvSpPr>
          <p:nvPr>
            <p:ph type="title"/>
          </p:nvPr>
        </p:nvSpPr>
        <p:spPr>
          <a:xfrm>
            <a:off x="971797" y="1104900"/>
            <a:ext cx="6375399" cy="876300"/>
          </a:xfrm>
        </p:spPr>
        <p:txBody>
          <a:bodyPr>
            <a:normAutofit/>
          </a:bodyPr>
          <a:lstStyle/>
          <a:p>
            <a:r>
              <a:rPr lang="en-US" sz="4000" b="1" dirty="0"/>
              <a:t>About the device</a:t>
            </a:r>
          </a:p>
        </p:txBody>
      </p:sp>
      <p:sp>
        <p:nvSpPr>
          <p:cNvPr id="3" name="Text Placeholder 2">
            <a:extLst>
              <a:ext uri="{FF2B5EF4-FFF2-40B4-BE49-F238E27FC236}">
                <a16:creationId xmlns="" xmlns:a16="http://schemas.microsoft.com/office/drawing/2014/main" id="{7EEAFEBB-0499-4727-B295-F777C1EF93DC}"/>
              </a:ext>
            </a:extLst>
          </p:cNvPr>
          <p:cNvSpPr>
            <a:spLocks noGrp="1"/>
          </p:cNvSpPr>
          <p:nvPr>
            <p:ph idx="1"/>
          </p:nvPr>
        </p:nvSpPr>
        <p:spPr>
          <a:xfrm>
            <a:off x="971797" y="2232920"/>
            <a:ext cx="13309599" cy="5821160"/>
          </a:xfrm>
        </p:spPr>
        <p:txBody>
          <a:bodyPr>
            <a:noAutofit/>
          </a:bodyPr>
          <a:lstStyle/>
          <a:p>
            <a:pPr>
              <a:buFont typeface="Wingdings" panose="05000000000000000000" pitchFamily="2" charset="2"/>
              <a:buChar char="Ø"/>
            </a:pPr>
            <a:r>
              <a:rPr lang="en-US" sz="3200" b="1" dirty="0"/>
              <a:t>Wi-Stick offers a unique beacon-based solution to prevent separation and loss of personal belongings</a:t>
            </a:r>
            <a:r>
              <a:rPr lang="en-US" sz="3200" b="1" dirty="0" smtClean="0">
                <a:latin typeface="Arial" panose="020B0604020202020204" pitchFamily="34" charset="0"/>
                <a:cs typeface="Arial" panose="020B0604020202020204" pitchFamily="34" charset="0"/>
              </a:rPr>
              <a:t>.</a:t>
            </a:r>
          </a:p>
          <a:p>
            <a:pPr>
              <a:buFont typeface="Wingdings" panose="05000000000000000000" pitchFamily="2" charset="2"/>
              <a:buChar char="Ø"/>
            </a:pPr>
            <a:endParaRPr lang="en-US" sz="3200" b="1" dirty="0" smtClean="0">
              <a:latin typeface="Arial" panose="020B0604020202020204" pitchFamily="34" charset="0"/>
              <a:cs typeface="Arial" panose="020B0604020202020204" pitchFamily="34" charset="0"/>
            </a:endParaRPr>
          </a:p>
          <a:p>
            <a:pPr>
              <a:buFont typeface="Wingdings" panose="05000000000000000000" pitchFamily="2" charset="2"/>
              <a:buChar char="Ø"/>
            </a:pPr>
            <a:r>
              <a:rPr lang="en-US" sz="3200" b="1" dirty="0" smtClean="0">
                <a:latin typeface="Arial" panose="020B0604020202020204" pitchFamily="34" charset="0"/>
                <a:cs typeface="Arial" panose="020B0604020202020204" pitchFamily="34" charset="0"/>
              </a:rPr>
              <a:t>Its uses Wi-Fi as a means of communication </a:t>
            </a:r>
            <a:r>
              <a:rPr lang="en-US" sz="3200" b="1" dirty="0">
                <a:latin typeface="Arial" panose="020B0604020202020204" pitchFamily="34" charset="0"/>
                <a:cs typeface="Arial" panose="020B0604020202020204" pitchFamily="34" charset="0"/>
              </a:rPr>
              <a:t>(</a:t>
            </a:r>
            <a:r>
              <a:rPr lang="en-US" sz="3200" b="1" dirty="0" smtClean="0">
                <a:latin typeface="Arial" panose="020B0604020202020204" pitchFamily="34" charset="0"/>
                <a:cs typeface="Arial" panose="020B0604020202020204" pitchFamily="34" charset="0"/>
              </a:rPr>
              <a:t>ESP8266).</a:t>
            </a:r>
          </a:p>
          <a:p>
            <a:pPr>
              <a:buFont typeface="Wingdings" panose="05000000000000000000" pitchFamily="2" charset="2"/>
              <a:buChar char="Ø"/>
            </a:pPr>
            <a:endParaRPr lang="en-US" sz="3200" b="1" dirty="0" smtClean="0">
              <a:latin typeface="Arial" panose="020B0604020202020204" pitchFamily="34" charset="0"/>
              <a:cs typeface="Arial" panose="020B0604020202020204" pitchFamily="34" charset="0"/>
            </a:endParaRPr>
          </a:p>
          <a:p>
            <a:pPr>
              <a:buFont typeface="Wingdings" panose="05000000000000000000" pitchFamily="2" charset="2"/>
              <a:buChar char="Ø"/>
            </a:pPr>
            <a:r>
              <a:rPr lang="en-US" sz="3200" b="1" dirty="0"/>
              <a:t>The device is versatile, easily attachable to various items, and provides dual functionality by </a:t>
            </a:r>
            <a:r>
              <a:rPr lang="en-US" sz="3200" b="1" dirty="0" smtClean="0"/>
              <a:t>notifying </a:t>
            </a:r>
            <a:r>
              <a:rPr lang="en-US" sz="3200" b="1" dirty="0"/>
              <a:t>users when they are near a lost </a:t>
            </a:r>
            <a:r>
              <a:rPr lang="en-US" sz="3200" b="1" dirty="0" smtClean="0"/>
              <a:t>item which can also be use to track the item</a:t>
            </a:r>
            <a:r>
              <a:rPr lang="en-US" sz="3200" b="1" dirty="0" smtClean="0">
                <a:latin typeface="Arial" panose="020B0604020202020204" pitchFamily="34" charset="0"/>
                <a:cs typeface="Arial" panose="020B0604020202020204" pitchFamily="34" charset="0"/>
              </a:rPr>
              <a:t>.</a:t>
            </a:r>
          </a:p>
          <a:p>
            <a:pPr>
              <a:buFont typeface="Wingdings" panose="05000000000000000000" pitchFamily="2" charset="2"/>
              <a:buChar char="Ø"/>
            </a:pPr>
            <a:endParaRPr lang="en-US" sz="3200" b="1"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3200" b="1" dirty="0" smtClean="0"/>
              <a:t>It operates </a:t>
            </a:r>
            <a:r>
              <a:rPr lang="en-US" sz="3200" b="1" dirty="0"/>
              <a:t>without requiring mobile internet data, resulting in cost </a:t>
            </a:r>
            <a:r>
              <a:rPr lang="en-US" sz="3200" b="1" dirty="0" smtClean="0"/>
              <a:t>savings.</a:t>
            </a:r>
          </a:p>
          <a:p>
            <a:pPr>
              <a:buFont typeface="Wingdings" panose="05000000000000000000" pitchFamily="2" charset="2"/>
              <a:buChar char="Ø"/>
            </a:pPr>
            <a:endParaRPr lang="en-US" sz="3200" b="1" dirty="0" smtClean="0"/>
          </a:p>
          <a:p>
            <a:pPr>
              <a:buFont typeface="Wingdings" panose="05000000000000000000" pitchFamily="2" charset="2"/>
              <a:buChar char="Ø"/>
            </a:pPr>
            <a:r>
              <a:rPr lang="en-US" sz="3200" b="1" dirty="0" smtClean="0"/>
              <a:t>It's </a:t>
            </a:r>
            <a:r>
              <a:rPr lang="en-US" sz="3200" b="1" dirty="0"/>
              <a:t>a reliable and efficient way to safeguard valuables, prevent loss, and provide peace of mind</a:t>
            </a:r>
            <a:r>
              <a:rPr lang="en-US" sz="3200" b="1" dirty="0" smtClean="0"/>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B84A72-9405-443F-B8C9-7508672BB13A}"/>
              </a:ext>
            </a:extLst>
          </p:cNvPr>
          <p:cNvSpPr>
            <a:spLocks noGrp="1"/>
          </p:cNvSpPr>
          <p:nvPr>
            <p:ph type="title"/>
          </p:nvPr>
        </p:nvSpPr>
        <p:spPr/>
        <p:txBody>
          <a:bodyPr>
            <a:normAutofit/>
          </a:bodyPr>
          <a:lstStyle/>
          <a:p>
            <a:r>
              <a:rPr lang="en-US" sz="4800" dirty="0"/>
              <a:t>Working principle</a:t>
            </a:r>
          </a:p>
        </p:txBody>
      </p:sp>
      <p:sp>
        <p:nvSpPr>
          <p:cNvPr id="3" name="Content Placeholder 2">
            <a:extLst>
              <a:ext uri="{FF2B5EF4-FFF2-40B4-BE49-F238E27FC236}">
                <a16:creationId xmlns="" xmlns:a16="http://schemas.microsoft.com/office/drawing/2014/main" id="{84BF20A8-A3BA-417A-BFB0-CD2632F3CB0A}"/>
              </a:ext>
            </a:extLst>
          </p:cNvPr>
          <p:cNvSpPr>
            <a:spLocks noGrp="1"/>
          </p:cNvSpPr>
          <p:nvPr>
            <p:ph idx="1"/>
          </p:nvPr>
        </p:nvSpPr>
        <p:spPr>
          <a:xfrm>
            <a:off x="1016001" y="1812006"/>
            <a:ext cx="12895002" cy="7558780"/>
          </a:xfrm>
        </p:spPr>
        <p:txBody>
          <a:bodyPr>
            <a:noAutofit/>
          </a:bodyPr>
          <a:lstStyle/>
          <a:p>
            <a:r>
              <a:rPr lang="en-US" sz="3600" b="1" dirty="0" smtClean="0"/>
              <a:t>The </a:t>
            </a:r>
            <a:r>
              <a:rPr lang="en-US" sz="3600" b="1" dirty="0"/>
              <a:t>device uses beacon technology to establish a wireless connection between itself and a paired device or other beacons.</a:t>
            </a:r>
          </a:p>
          <a:p>
            <a:endParaRPr lang="en-US" sz="3600" b="1" dirty="0"/>
          </a:p>
          <a:p>
            <a:r>
              <a:rPr lang="en-US" sz="3600" b="1" dirty="0" smtClean="0"/>
              <a:t>It </a:t>
            </a:r>
            <a:r>
              <a:rPr lang="en-US" sz="3600" b="1" dirty="0"/>
              <a:t>continuously monitors the distance between connected devices or beacons using Wi-Fi signals.</a:t>
            </a:r>
          </a:p>
          <a:p>
            <a:endParaRPr lang="en-US" sz="3600" b="1" dirty="0"/>
          </a:p>
          <a:p>
            <a:r>
              <a:rPr lang="en-US" sz="3600" b="1" dirty="0" smtClean="0"/>
              <a:t>When </a:t>
            </a:r>
            <a:r>
              <a:rPr lang="en-US" sz="3600" b="1" dirty="0"/>
              <a:t>the distance exceeds a certain threshold, the device triggers vibrating and buzzing alerts to notify the user of potential separation, helping them to avoid losing or forgetting their belongings</a:t>
            </a:r>
            <a:r>
              <a:rPr lang="en-US" sz="3600" b="1" dirty="0" smtClean="0"/>
              <a:t>.</a:t>
            </a:r>
          </a:p>
          <a:p>
            <a:endParaRPr lang="en-US" sz="3600" b="1" dirty="0"/>
          </a:p>
          <a:p>
            <a:r>
              <a:rPr lang="en-US" sz="3600" b="1" dirty="0" smtClean="0"/>
              <a:t>The implementation of this project requires both Hardware and Software</a:t>
            </a:r>
            <a:endParaRPr lang="en-US" sz="3600" b="1" dirty="0"/>
          </a:p>
        </p:txBody>
      </p:sp>
    </p:spTree>
    <p:extLst>
      <p:ext uri="{BB962C8B-B14F-4D97-AF65-F5344CB8AC3E}">
        <p14:creationId xmlns:p14="http://schemas.microsoft.com/office/powerpoint/2010/main" val="2643024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object 9"/>
          <p:cNvGrpSpPr/>
          <p:nvPr/>
        </p:nvGrpSpPr>
        <p:grpSpPr>
          <a:xfrm>
            <a:off x="205354" y="9668724"/>
            <a:ext cx="772160" cy="343535"/>
            <a:chOff x="205354" y="9668724"/>
            <a:chExt cx="772160" cy="343535"/>
          </a:xfrm>
        </p:grpSpPr>
        <p:sp>
          <p:nvSpPr>
            <p:cNvPr id="1048659" name="object 10"/>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60" name="object 11"/>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661" name="object 12"/>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sp>
        <p:nvSpPr>
          <p:cNvPr id="5" name="Content Placeholder 4">
            <a:extLst>
              <a:ext uri="{FF2B5EF4-FFF2-40B4-BE49-F238E27FC236}">
                <a16:creationId xmlns="" xmlns:a16="http://schemas.microsoft.com/office/drawing/2014/main" id="{FF12B861-3DD0-4467-A8EA-F0F62E57B99B}"/>
              </a:ext>
            </a:extLst>
          </p:cNvPr>
          <p:cNvSpPr>
            <a:spLocks noGrp="1"/>
          </p:cNvSpPr>
          <p:nvPr>
            <p:ph sz="half" idx="1"/>
          </p:nvPr>
        </p:nvSpPr>
        <p:spPr>
          <a:xfrm>
            <a:off x="586026" y="876300"/>
            <a:ext cx="6276053" cy="5821158"/>
          </a:xfrm>
        </p:spPr>
        <p:txBody>
          <a:bodyPr>
            <a:noAutofit/>
          </a:bodyPr>
          <a:lstStyle/>
          <a:p>
            <a:pPr marL="0" indent="0">
              <a:buNone/>
            </a:pPr>
            <a:r>
              <a:rPr lang="en-US" sz="3200" b="1" dirty="0" smtClean="0"/>
              <a:t> </a:t>
            </a:r>
            <a:r>
              <a:rPr lang="en-US" sz="5400" b="1" dirty="0">
                <a:solidFill>
                  <a:schemeClr val="accent1"/>
                </a:solidFill>
                <a:latin typeface="+mj-lt"/>
                <a:ea typeface="+mj-ea"/>
                <a:cs typeface="+mj-cs"/>
              </a:rPr>
              <a:t>Beacon to Beacon</a:t>
            </a:r>
          </a:p>
          <a:p>
            <a:endParaRPr lang="en-US" sz="2800" b="1" dirty="0" smtClean="0"/>
          </a:p>
          <a:p>
            <a:r>
              <a:rPr lang="en-US" sz="2800" b="1" dirty="0" smtClean="0"/>
              <a:t>This </a:t>
            </a:r>
            <a:r>
              <a:rPr lang="en-US" sz="2800" b="1" dirty="0"/>
              <a:t>design involves multiple beacons communicating with each other to determine the distance between them</a:t>
            </a:r>
            <a:r>
              <a:rPr lang="en-US" sz="2800" b="1" dirty="0" smtClean="0"/>
              <a:t>.</a:t>
            </a:r>
          </a:p>
          <a:p>
            <a:pPr marL="0" indent="0">
              <a:buNone/>
            </a:pPr>
            <a:endParaRPr lang="en-US" sz="2800" b="1" dirty="0"/>
          </a:p>
          <a:p>
            <a:r>
              <a:rPr lang="en-US" sz="2800" b="1" dirty="0" smtClean="0"/>
              <a:t>Each </a:t>
            </a:r>
            <a:r>
              <a:rPr lang="en-US" sz="2800" b="1" dirty="0"/>
              <a:t>beacon would emit a Wi-Fi signal that can be detected by nearby beacons</a:t>
            </a:r>
            <a:r>
              <a:rPr lang="en-US" sz="2800" b="1" dirty="0" smtClean="0"/>
              <a:t>.</a:t>
            </a:r>
          </a:p>
          <a:p>
            <a:pPr marL="0" indent="0">
              <a:buNone/>
            </a:pPr>
            <a:endParaRPr lang="en-US" sz="2800" b="1" dirty="0"/>
          </a:p>
          <a:p>
            <a:r>
              <a:rPr lang="en-US" sz="2800" b="1" dirty="0" smtClean="0"/>
              <a:t>When </a:t>
            </a:r>
            <a:r>
              <a:rPr lang="en-US" sz="2800" b="1" dirty="0"/>
              <a:t>two beacons are separated by a </a:t>
            </a:r>
            <a:r>
              <a:rPr lang="en-US" sz="2800" b="1" dirty="0" smtClean="0"/>
              <a:t>distance of 5m, </a:t>
            </a:r>
            <a:r>
              <a:rPr lang="en-US" sz="2800" b="1" dirty="0"/>
              <a:t>they can send signals to each other to trigger the vibrating and buzzing alerts</a:t>
            </a:r>
            <a:r>
              <a:rPr lang="en-US" sz="2800" b="1" dirty="0" smtClean="0"/>
              <a:t>.</a:t>
            </a:r>
          </a:p>
          <a:p>
            <a:pPr marL="0" indent="0">
              <a:buNone/>
            </a:pPr>
            <a:endParaRPr lang="en-US" sz="2800" b="1" dirty="0"/>
          </a:p>
          <a:p>
            <a:r>
              <a:rPr lang="en-US" sz="2800" b="1" dirty="0" smtClean="0"/>
              <a:t>This </a:t>
            </a:r>
            <a:r>
              <a:rPr lang="en-US" sz="2800" b="1" dirty="0"/>
              <a:t>design allows for a network of beacons to be set up, creating a broader coverage area.</a:t>
            </a:r>
          </a:p>
          <a:p>
            <a:pPr lvl="6"/>
            <a:endParaRPr lang="en-US" sz="1200" b="1" dirty="0"/>
          </a:p>
        </p:txBody>
      </p:sp>
      <p:sp>
        <p:nvSpPr>
          <p:cNvPr id="7" name="Title 1"/>
          <p:cNvSpPr txBox="1">
            <a:spLocks/>
          </p:cNvSpPr>
          <p:nvPr/>
        </p:nvSpPr>
        <p:spPr>
          <a:xfrm>
            <a:off x="328299" y="1943100"/>
            <a:ext cx="6072502" cy="738664"/>
          </a:xfrm>
          <a:prstGeom prst="rect">
            <a:avLst/>
          </a:prstGeom>
        </p:spPr>
        <p:txBody>
          <a:bodyPr wrap="square" lIns="0" tIns="0" rIns="0" bIns="0">
            <a:spAutoFit/>
          </a:bodyPr>
          <a:lstStyle>
            <a:lvl1pPr>
              <a:defRPr sz="2700" b="1" i="0">
                <a:solidFill>
                  <a:srgbClr val="374151"/>
                </a:solidFill>
                <a:latin typeface="Arial"/>
                <a:ea typeface="+mj-ea"/>
                <a:cs typeface="Arial"/>
              </a:defRPr>
            </a:lvl1pPr>
          </a:lstStyle>
          <a:p>
            <a:endParaRPr lang="en-US" sz="4800" b="0" kern="0" dirty="0"/>
          </a:p>
        </p:txBody>
      </p:sp>
      <p:sp>
        <p:nvSpPr>
          <p:cNvPr id="4" name="Rectangle 3"/>
          <p:cNvSpPr/>
          <p:nvPr/>
        </p:nvSpPr>
        <p:spPr>
          <a:xfrm>
            <a:off x="8839200" y="1943100"/>
            <a:ext cx="9144000" cy="707886"/>
          </a:xfrm>
          <a:prstGeom prst="rect">
            <a:avLst/>
          </a:prstGeom>
        </p:spPr>
        <p:txBody>
          <a:bodyPr>
            <a:spAutoFit/>
          </a:bodyPr>
          <a:lstStyle/>
          <a:p>
            <a:pPr marL="342900" indent="-342900">
              <a:buFont typeface="Wingdings" pitchFamily="2" charset="2"/>
              <a:buChar char="Ø"/>
            </a:pPr>
            <a:endParaRPr lang="en-US" sz="4000" dirty="0"/>
          </a:p>
        </p:txBody>
      </p:sp>
      <p:sp>
        <p:nvSpPr>
          <p:cNvPr id="3" name="Rounded Rectangle 2"/>
          <p:cNvSpPr/>
          <p:nvPr/>
        </p:nvSpPr>
        <p:spPr>
          <a:xfrm>
            <a:off x="8839200" y="2324100"/>
            <a:ext cx="1295400" cy="15240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9220200" y="2826782"/>
            <a:ext cx="533400" cy="5334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14325600" y="2312432"/>
            <a:ext cx="1295400" cy="15240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4706600" y="2826782"/>
            <a:ext cx="533400" cy="5334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V="1">
            <a:off x="10363200" y="3074432"/>
            <a:ext cx="3733800" cy="1905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839200" y="4305300"/>
            <a:ext cx="1055545" cy="369332"/>
          </a:xfrm>
          <a:prstGeom prst="rect">
            <a:avLst/>
          </a:prstGeom>
          <a:noFill/>
        </p:spPr>
        <p:txBody>
          <a:bodyPr wrap="none" rtlCol="0">
            <a:spAutoFit/>
          </a:bodyPr>
          <a:lstStyle/>
          <a:p>
            <a:r>
              <a:rPr lang="en-US" b="1" dirty="0" smtClean="0"/>
              <a:t>Beacon 1</a:t>
            </a:r>
            <a:endParaRPr lang="en-US" b="1" dirty="0"/>
          </a:p>
        </p:txBody>
      </p:sp>
      <p:sp>
        <p:nvSpPr>
          <p:cNvPr id="19" name="TextBox 18"/>
          <p:cNvSpPr txBox="1"/>
          <p:nvPr/>
        </p:nvSpPr>
        <p:spPr>
          <a:xfrm>
            <a:off x="14450721" y="4305300"/>
            <a:ext cx="1055545" cy="369332"/>
          </a:xfrm>
          <a:prstGeom prst="rect">
            <a:avLst/>
          </a:prstGeom>
          <a:noFill/>
        </p:spPr>
        <p:txBody>
          <a:bodyPr wrap="none" rtlCol="0">
            <a:spAutoFit/>
          </a:bodyPr>
          <a:lstStyle/>
          <a:p>
            <a:r>
              <a:rPr lang="en-US" b="1" dirty="0" smtClean="0"/>
              <a:t>Beacon 2</a:t>
            </a:r>
            <a:endParaRPr lang="en-US" b="1" dirty="0"/>
          </a:p>
        </p:txBody>
      </p:sp>
      <p:pic>
        <p:nvPicPr>
          <p:cNvPr id="2051" name="Picture 3" descr="C:\Users\user\Documents\Programming\Codet\downloa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39238" y="1428989"/>
            <a:ext cx="614362" cy="61436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3" descr="C:\Users\user\Documents\Programming\Codet\downloa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25638" y="1428989"/>
            <a:ext cx="614362" cy="614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373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object 9"/>
          <p:cNvGrpSpPr/>
          <p:nvPr/>
        </p:nvGrpSpPr>
        <p:grpSpPr>
          <a:xfrm>
            <a:off x="205354" y="9668724"/>
            <a:ext cx="772160" cy="343535"/>
            <a:chOff x="205354" y="9668724"/>
            <a:chExt cx="772160" cy="343535"/>
          </a:xfrm>
        </p:grpSpPr>
        <p:sp>
          <p:nvSpPr>
            <p:cNvPr id="1048659" name="object 10"/>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60" name="object 11"/>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661" name="object 12"/>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sp>
        <p:nvSpPr>
          <p:cNvPr id="6" name="Content Placeholder 5">
            <a:extLst>
              <a:ext uri="{FF2B5EF4-FFF2-40B4-BE49-F238E27FC236}">
                <a16:creationId xmlns="" xmlns:a16="http://schemas.microsoft.com/office/drawing/2014/main" id="{1E489F49-7D05-43A5-843D-76CFA09F817E}"/>
              </a:ext>
            </a:extLst>
          </p:cNvPr>
          <p:cNvSpPr>
            <a:spLocks noGrp="1"/>
          </p:cNvSpPr>
          <p:nvPr>
            <p:ph sz="half" idx="2"/>
          </p:nvPr>
        </p:nvSpPr>
        <p:spPr>
          <a:xfrm>
            <a:off x="858124" y="723900"/>
            <a:ext cx="7142876" cy="7010400"/>
          </a:xfrm>
        </p:spPr>
        <p:txBody>
          <a:bodyPr>
            <a:noAutofit/>
          </a:bodyPr>
          <a:lstStyle/>
          <a:p>
            <a:pPr marL="0" indent="0">
              <a:buNone/>
            </a:pPr>
            <a:r>
              <a:rPr lang="en-US" sz="3200" b="1" dirty="0"/>
              <a:t> </a:t>
            </a:r>
            <a:r>
              <a:rPr lang="en-US" sz="4400" b="1" dirty="0">
                <a:solidFill>
                  <a:schemeClr val="accent1"/>
                </a:solidFill>
                <a:latin typeface="+mj-lt"/>
                <a:ea typeface="+mj-ea"/>
                <a:cs typeface="+mj-cs"/>
              </a:rPr>
              <a:t>Beacon to Mobile </a:t>
            </a:r>
            <a:r>
              <a:rPr lang="en-US" sz="4400" b="1" dirty="0" smtClean="0">
                <a:solidFill>
                  <a:schemeClr val="accent1"/>
                </a:solidFill>
                <a:latin typeface="+mj-lt"/>
                <a:ea typeface="+mj-ea"/>
                <a:cs typeface="+mj-cs"/>
              </a:rPr>
              <a:t>Phone</a:t>
            </a:r>
          </a:p>
          <a:p>
            <a:pPr marL="0" indent="0">
              <a:buNone/>
            </a:pPr>
            <a:endParaRPr lang="en-US" sz="2800" b="1" dirty="0">
              <a:solidFill>
                <a:schemeClr val="accent1"/>
              </a:solidFill>
              <a:latin typeface="+mj-lt"/>
              <a:ea typeface="+mj-ea"/>
              <a:cs typeface="+mj-cs"/>
            </a:endParaRPr>
          </a:p>
          <a:p>
            <a:r>
              <a:rPr lang="en-US" sz="3200" b="1" dirty="0" smtClean="0"/>
              <a:t>In </a:t>
            </a:r>
            <a:r>
              <a:rPr lang="en-US" sz="3200" b="1" dirty="0"/>
              <a:t>this design, the beacon communicates directly with a mobile phone via a Wi-Fi </a:t>
            </a:r>
            <a:r>
              <a:rPr lang="en-US" sz="3200" b="1" dirty="0" smtClean="0"/>
              <a:t>connection.</a:t>
            </a:r>
          </a:p>
          <a:p>
            <a:pPr marL="0" indent="0">
              <a:buNone/>
            </a:pPr>
            <a:endParaRPr lang="en-US" sz="3200" b="1" dirty="0"/>
          </a:p>
          <a:p>
            <a:r>
              <a:rPr lang="en-US" sz="3200" b="1" dirty="0" smtClean="0"/>
              <a:t>The </a:t>
            </a:r>
            <a:r>
              <a:rPr lang="en-US" sz="3200" b="1" dirty="0"/>
              <a:t>beacon would emit a signal that can be detected by the mobile phone when they are in proximity to each other</a:t>
            </a:r>
            <a:r>
              <a:rPr lang="en-US" sz="3200" b="1" dirty="0" smtClean="0"/>
              <a:t>.</a:t>
            </a:r>
          </a:p>
          <a:p>
            <a:pPr marL="0" indent="0">
              <a:buNone/>
            </a:pPr>
            <a:endParaRPr lang="en-US" sz="3200" b="1" dirty="0"/>
          </a:p>
          <a:p>
            <a:r>
              <a:rPr lang="en-US" sz="3200" b="1" dirty="0" smtClean="0"/>
              <a:t>When </a:t>
            </a:r>
            <a:r>
              <a:rPr lang="en-US" sz="3200" b="1" dirty="0"/>
              <a:t>the beacon and the phone are separated beyond a specific distance, the phone can receive a signal from the beacon and trigger the alerts, such as vibrating and buzzing.</a:t>
            </a:r>
          </a:p>
        </p:txBody>
      </p:sp>
      <p:sp>
        <p:nvSpPr>
          <p:cNvPr id="7" name="Title 1"/>
          <p:cNvSpPr txBox="1">
            <a:spLocks/>
          </p:cNvSpPr>
          <p:nvPr/>
        </p:nvSpPr>
        <p:spPr>
          <a:xfrm>
            <a:off x="328299" y="1943100"/>
            <a:ext cx="6072502" cy="738664"/>
          </a:xfrm>
          <a:prstGeom prst="rect">
            <a:avLst/>
          </a:prstGeom>
        </p:spPr>
        <p:txBody>
          <a:bodyPr wrap="square" lIns="0" tIns="0" rIns="0" bIns="0">
            <a:spAutoFit/>
          </a:bodyPr>
          <a:lstStyle>
            <a:lvl1pPr>
              <a:defRPr sz="2700" b="1" i="0">
                <a:solidFill>
                  <a:srgbClr val="374151"/>
                </a:solidFill>
                <a:latin typeface="Arial"/>
                <a:ea typeface="+mj-ea"/>
                <a:cs typeface="Arial"/>
              </a:defRPr>
            </a:lvl1pPr>
          </a:lstStyle>
          <a:p>
            <a:endParaRPr lang="en-US" sz="4800" b="0" kern="0" dirty="0"/>
          </a:p>
        </p:txBody>
      </p:sp>
      <p:sp>
        <p:nvSpPr>
          <p:cNvPr id="4" name="Rectangle 3"/>
          <p:cNvSpPr/>
          <p:nvPr/>
        </p:nvSpPr>
        <p:spPr>
          <a:xfrm>
            <a:off x="8839200" y="1943100"/>
            <a:ext cx="9144000" cy="707886"/>
          </a:xfrm>
          <a:prstGeom prst="rect">
            <a:avLst/>
          </a:prstGeom>
        </p:spPr>
        <p:txBody>
          <a:bodyPr>
            <a:spAutoFit/>
          </a:bodyPr>
          <a:lstStyle/>
          <a:p>
            <a:pPr marL="342900" indent="-342900">
              <a:buFont typeface="Wingdings" pitchFamily="2" charset="2"/>
              <a:buChar char="Ø"/>
            </a:pPr>
            <a:endParaRPr lang="en-US" sz="4000" dirty="0"/>
          </a:p>
        </p:txBody>
      </p:sp>
      <p:pic>
        <p:nvPicPr>
          <p:cNvPr id="3075" name="Picture 3" descr="C:\Users\user\Documents\Programming\Codet\download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8801" y="2650986"/>
            <a:ext cx="1524000" cy="195911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p:cNvCxnSpPr/>
          <p:nvPr/>
        </p:nvCxnSpPr>
        <p:spPr>
          <a:xfrm>
            <a:off x="11125200" y="3626882"/>
            <a:ext cx="38862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15163800" y="2650986"/>
            <a:ext cx="1295400" cy="195911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5544800" y="3360182"/>
            <a:ext cx="533400" cy="5334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3" descr="C:\Users\user\Documents\Programming\Codet\downloa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3620" y="1776890"/>
            <a:ext cx="614362" cy="61436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3" descr="C:\Users\user\Documents\Programming\Codet\downloa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63838" y="1776890"/>
            <a:ext cx="614362" cy="61436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9596093" y="5067300"/>
            <a:ext cx="1398140" cy="369332"/>
          </a:xfrm>
          <a:prstGeom prst="rect">
            <a:avLst/>
          </a:prstGeom>
          <a:noFill/>
        </p:spPr>
        <p:txBody>
          <a:bodyPr wrap="none" rtlCol="0">
            <a:spAutoFit/>
          </a:bodyPr>
          <a:lstStyle/>
          <a:p>
            <a:r>
              <a:rPr lang="en-US" dirty="0" smtClean="0"/>
              <a:t>Smart phone</a:t>
            </a:r>
            <a:endParaRPr lang="en-US" dirty="0"/>
          </a:p>
        </p:txBody>
      </p:sp>
      <p:sp>
        <p:nvSpPr>
          <p:cNvPr id="13" name="TextBox 12"/>
          <p:cNvSpPr txBox="1"/>
          <p:nvPr/>
        </p:nvSpPr>
        <p:spPr>
          <a:xfrm>
            <a:off x="15163800" y="5067300"/>
            <a:ext cx="1623842" cy="369332"/>
          </a:xfrm>
          <a:prstGeom prst="rect">
            <a:avLst/>
          </a:prstGeom>
          <a:noFill/>
        </p:spPr>
        <p:txBody>
          <a:bodyPr wrap="none" rtlCol="0">
            <a:spAutoFit/>
          </a:bodyPr>
          <a:lstStyle/>
          <a:p>
            <a:r>
              <a:rPr lang="en-US" dirty="0" smtClean="0"/>
              <a:t>WiStick Beacon</a:t>
            </a:r>
            <a:endParaRPr lang="en-US" dirty="0"/>
          </a:p>
        </p:txBody>
      </p:sp>
    </p:spTree>
    <p:extLst>
      <p:ext uri="{BB962C8B-B14F-4D97-AF65-F5344CB8AC3E}">
        <p14:creationId xmlns:p14="http://schemas.microsoft.com/office/powerpoint/2010/main" val="3946109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object 3"/>
          <p:cNvSpPr txBox="1">
            <a:spLocks noGrp="1"/>
          </p:cNvSpPr>
          <p:nvPr>
            <p:ph type="title"/>
          </p:nvPr>
        </p:nvSpPr>
        <p:spPr>
          <a:xfrm>
            <a:off x="3124200" y="2629410"/>
            <a:ext cx="12895002" cy="4078039"/>
          </a:xfrm>
          <a:prstGeom prst="rect">
            <a:avLst/>
          </a:prstGeom>
        </p:spPr>
        <p:txBody>
          <a:bodyPr vert="horz" wrap="square" lIns="0" tIns="15240" rIns="0" bIns="0" rtlCol="0">
            <a:spAutoFit/>
          </a:bodyPr>
          <a:lstStyle/>
          <a:p>
            <a:pPr marL="12700">
              <a:spcBef>
                <a:spcPts val="120"/>
              </a:spcBef>
            </a:pPr>
            <a:r>
              <a:rPr lang="en-US" sz="8800" b="1" dirty="0" smtClean="0"/>
              <a:t>Problem-solving </a:t>
            </a:r>
            <a:r>
              <a:rPr lang="en-US" sz="8800" b="1" dirty="0"/>
              <a:t>scenarios where </a:t>
            </a:r>
            <a:r>
              <a:rPr lang="en-US" sz="8800" b="1" dirty="0" smtClean="0"/>
              <a:t>Wi-Stick can </a:t>
            </a:r>
            <a:r>
              <a:rPr lang="en-US" sz="8800" b="1" dirty="0"/>
              <a:t>be </a:t>
            </a:r>
            <a:r>
              <a:rPr lang="en-US" sz="8800" b="1" dirty="0" smtClean="0"/>
              <a:t>beneficial</a:t>
            </a:r>
            <a:endParaRPr sz="7200" dirty="0">
              <a:latin typeface="Arial" panose="020B0604020202020204" pitchFamily="34" charset="0"/>
              <a:cs typeface="Arial" panose="020B0604020202020204" pitchFamily="34" charset="0"/>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cxnSp>
        <p:nvCxnSpPr>
          <p:cNvPr id="9" name="Straight Connector 8"/>
          <p:cNvCxnSpPr/>
          <p:nvPr/>
        </p:nvCxnSpPr>
        <p:spPr>
          <a:xfrm>
            <a:off x="3352800" y="2400300"/>
            <a:ext cx="1203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352800" y="7429500"/>
            <a:ext cx="1203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1146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object 3"/>
          <p:cNvSpPr txBox="1">
            <a:spLocks noGrp="1"/>
          </p:cNvSpPr>
          <p:nvPr>
            <p:ph type="title"/>
          </p:nvPr>
        </p:nvSpPr>
        <p:spPr>
          <a:xfrm>
            <a:off x="211067" y="2924772"/>
            <a:ext cx="8109655" cy="3154710"/>
          </a:xfrm>
          <a:prstGeom prst="rect">
            <a:avLst/>
          </a:prstGeom>
        </p:spPr>
        <p:txBody>
          <a:bodyPr vert="horz" wrap="square" lIns="0" tIns="15240" rIns="0" bIns="0" rtlCol="0">
            <a:spAutoFit/>
          </a:bodyPr>
          <a:lstStyle/>
          <a:p>
            <a:pPr marL="12700">
              <a:spcBef>
                <a:spcPts val="120"/>
              </a:spcBef>
            </a:pPr>
            <a:r>
              <a:rPr lang="en-US" sz="7200" dirty="0" smtClean="0">
                <a:latin typeface="+mn-lt"/>
              </a:rPr>
              <a:t>Preventing Loss of Valuables</a:t>
            </a:r>
            <a:r>
              <a:rPr lang="en-US" sz="6000" dirty="0" smtClean="0">
                <a:latin typeface="+mn-lt"/>
              </a:rPr>
              <a:t/>
            </a:r>
            <a:br>
              <a:rPr lang="en-US" sz="6000" dirty="0" smtClean="0">
                <a:latin typeface="+mn-lt"/>
              </a:rPr>
            </a:br>
            <a:endParaRPr sz="5400" dirty="0">
              <a:latin typeface="+mn-lt"/>
              <a:cs typeface="Arial" panose="020B0604020202020204" pitchFamily="34" charset="0"/>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4099" name="Picture 3" descr="C:\Users\user\Documents\Programming\Codet\images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2600" y="1257300"/>
            <a:ext cx="7149878" cy="6172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B80FC6F-8F6A-4A92-968B-62D0D86E9E50}"/>
              </a:ext>
            </a:extLst>
          </p:cNvPr>
          <p:cNvSpPr>
            <a:spLocks noGrp="1"/>
          </p:cNvSpPr>
          <p:nvPr>
            <p:ph sz="half" idx="1"/>
          </p:nvPr>
        </p:nvSpPr>
        <p:spPr>
          <a:xfrm>
            <a:off x="877174" y="3314700"/>
            <a:ext cx="5256925" cy="1600200"/>
          </a:xfrm>
        </p:spPr>
        <p:txBody>
          <a:bodyPr>
            <a:noAutofit/>
          </a:bodyPr>
          <a:lstStyle/>
          <a:p>
            <a:pPr marL="12700" indent="0" algn="ctr">
              <a:spcBef>
                <a:spcPts val="120"/>
              </a:spcBef>
              <a:buNone/>
            </a:pPr>
            <a:r>
              <a:rPr lang="en-US" sz="7200" dirty="0">
                <a:ea typeface="+mj-ea"/>
                <a:cs typeface="+mj-cs"/>
              </a:rPr>
              <a:t>Ensuring Inhaler Availability</a:t>
            </a:r>
          </a:p>
          <a:p>
            <a:pPr marL="12700" indent="0" algn="ctr">
              <a:spcBef>
                <a:spcPts val="120"/>
              </a:spcBef>
              <a:buNone/>
            </a:pPr>
            <a:endParaRPr lang="en-US" sz="7200" dirty="0">
              <a:ea typeface="+mj-ea"/>
              <a:cs typeface="+mj-cs"/>
            </a:endParaRPr>
          </a:p>
          <a:p>
            <a:pPr marL="12700" indent="0" algn="ctr">
              <a:spcBef>
                <a:spcPts val="120"/>
              </a:spcBef>
              <a:buNone/>
            </a:pPr>
            <a:endParaRPr lang="en-US" sz="7200" dirty="0">
              <a:ea typeface="+mj-ea"/>
              <a:cs typeface="+mj-cs"/>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5122" name="Picture 2" descr="C:\Users\user\Documents\Programming\Codet\download (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0" y="3009900"/>
            <a:ext cx="5783036" cy="323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203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B80FC6F-8F6A-4A92-968B-62D0D86E9E50}"/>
              </a:ext>
            </a:extLst>
          </p:cNvPr>
          <p:cNvSpPr>
            <a:spLocks noGrp="1"/>
          </p:cNvSpPr>
          <p:nvPr>
            <p:ph sz="half" idx="1"/>
          </p:nvPr>
        </p:nvSpPr>
        <p:spPr>
          <a:xfrm>
            <a:off x="971797" y="3162300"/>
            <a:ext cx="5942726" cy="990600"/>
          </a:xfrm>
        </p:spPr>
        <p:txBody>
          <a:bodyPr>
            <a:noAutofit/>
          </a:bodyPr>
          <a:lstStyle/>
          <a:p>
            <a:pPr marL="12700" indent="0" algn="ctr">
              <a:spcBef>
                <a:spcPts val="120"/>
              </a:spcBef>
              <a:buNone/>
            </a:pPr>
            <a:r>
              <a:rPr lang="en-US" sz="7200" dirty="0">
                <a:ea typeface="+mj-ea"/>
                <a:cs typeface="+mj-cs"/>
              </a:rPr>
              <a:t>Child Monitoring</a:t>
            </a:r>
          </a:p>
          <a:p>
            <a:pPr marL="12700" indent="0" algn="ctr">
              <a:spcBef>
                <a:spcPts val="120"/>
              </a:spcBef>
              <a:buNone/>
            </a:pPr>
            <a:endParaRPr lang="en-US" sz="7200" dirty="0">
              <a:ea typeface="+mj-ea"/>
              <a:cs typeface="+mj-cs"/>
            </a:endParaRPr>
          </a:p>
          <a:p>
            <a:pPr marL="12700" indent="0" algn="ctr">
              <a:spcBef>
                <a:spcPts val="120"/>
              </a:spcBef>
              <a:buNone/>
            </a:pPr>
            <a:endParaRPr lang="en-US" sz="7200" dirty="0">
              <a:ea typeface="+mj-ea"/>
              <a:cs typeface="+mj-cs"/>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7170" name="Picture 2" descr="C:\Users\user\Documents\Programming\Codet\download (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7956" y="2552700"/>
            <a:ext cx="4814887" cy="3606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300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B80FC6F-8F6A-4A92-968B-62D0D86E9E50}"/>
              </a:ext>
            </a:extLst>
          </p:cNvPr>
          <p:cNvSpPr>
            <a:spLocks noGrp="1"/>
          </p:cNvSpPr>
          <p:nvPr>
            <p:ph sz="half" idx="1"/>
          </p:nvPr>
        </p:nvSpPr>
        <p:spPr>
          <a:xfrm>
            <a:off x="990847" y="3314700"/>
            <a:ext cx="5867153" cy="2057400"/>
          </a:xfrm>
        </p:spPr>
        <p:txBody>
          <a:bodyPr>
            <a:noAutofit/>
          </a:bodyPr>
          <a:lstStyle/>
          <a:p>
            <a:pPr marL="12700" indent="0" algn="ctr">
              <a:spcBef>
                <a:spcPts val="120"/>
              </a:spcBef>
              <a:buNone/>
            </a:pPr>
            <a:r>
              <a:rPr lang="en-US" sz="7200" dirty="0" smtClean="0">
                <a:ea typeface="+mj-ea"/>
                <a:cs typeface="+mj-cs"/>
              </a:rPr>
              <a:t>Livestock/Pet </a:t>
            </a:r>
            <a:r>
              <a:rPr lang="en-US" sz="7200" dirty="0">
                <a:ea typeface="+mj-ea"/>
                <a:cs typeface="+mj-cs"/>
              </a:rPr>
              <a:t>Monitoring</a:t>
            </a:r>
          </a:p>
          <a:p>
            <a:pPr marL="12700" indent="0" algn="ctr">
              <a:spcBef>
                <a:spcPts val="120"/>
              </a:spcBef>
              <a:buNone/>
            </a:pPr>
            <a:endParaRPr lang="en-US" sz="7200" dirty="0">
              <a:ea typeface="+mj-ea"/>
              <a:cs typeface="+mj-cs"/>
            </a:endParaRPr>
          </a:p>
          <a:p>
            <a:pPr marL="12700" indent="0" algn="ctr">
              <a:spcBef>
                <a:spcPts val="120"/>
              </a:spcBef>
              <a:buNone/>
            </a:pPr>
            <a:endParaRPr lang="en-US" sz="7200" dirty="0">
              <a:ea typeface="+mj-ea"/>
              <a:cs typeface="+mj-cs"/>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8194" name="Picture 2" descr="C:\Users\user\Documents\Programming\Codet\download (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7400" y="3467100"/>
            <a:ext cx="4899414" cy="2700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537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B80FC6F-8F6A-4A92-968B-62D0D86E9E50}"/>
              </a:ext>
            </a:extLst>
          </p:cNvPr>
          <p:cNvSpPr>
            <a:spLocks noGrp="1"/>
          </p:cNvSpPr>
          <p:nvPr>
            <p:ph sz="half" idx="1"/>
          </p:nvPr>
        </p:nvSpPr>
        <p:spPr>
          <a:xfrm>
            <a:off x="1447800" y="3880397"/>
            <a:ext cx="4875926" cy="609600"/>
          </a:xfrm>
        </p:spPr>
        <p:txBody>
          <a:bodyPr>
            <a:noAutofit/>
          </a:bodyPr>
          <a:lstStyle/>
          <a:p>
            <a:pPr marL="12700" indent="0" algn="ctr">
              <a:spcBef>
                <a:spcPts val="120"/>
              </a:spcBef>
              <a:buNone/>
            </a:pPr>
            <a:r>
              <a:rPr lang="en-US" sz="7200" dirty="0">
                <a:ea typeface="+mj-ea"/>
                <a:cs typeface="+mj-cs"/>
              </a:rPr>
              <a:t>Preventing Bag Theft</a:t>
            </a:r>
          </a:p>
          <a:p>
            <a:pPr marL="12700" indent="0" algn="ctr">
              <a:spcBef>
                <a:spcPts val="120"/>
              </a:spcBef>
              <a:buNone/>
            </a:pPr>
            <a:endParaRPr lang="en-US" sz="7200" dirty="0">
              <a:ea typeface="+mj-ea"/>
              <a:cs typeface="+mj-cs"/>
            </a:endParaRPr>
          </a:p>
          <a:p>
            <a:pPr marL="12700" indent="0" algn="ctr">
              <a:spcBef>
                <a:spcPts val="120"/>
              </a:spcBef>
              <a:buNone/>
            </a:pPr>
            <a:endParaRPr lang="en-US" sz="7200" dirty="0">
              <a:ea typeface="+mj-ea"/>
              <a:cs typeface="+mj-cs"/>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9218" name="Picture 2" descr="C:\Users\user\Documents\Programming\Codet\download (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2857500"/>
            <a:ext cx="5238750" cy="3264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727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B80FC6F-8F6A-4A92-968B-62D0D86E9E50}"/>
              </a:ext>
            </a:extLst>
          </p:cNvPr>
          <p:cNvSpPr>
            <a:spLocks noGrp="1"/>
          </p:cNvSpPr>
          <p:nvPr>
            <p:ph sz="half" idx="1"/>
          </p:nvPr>
        </p:nvSpPr>
        <p:spPr>
          <a:xfrm>
            <a:off x="896224" y="4114800"/>
            <a:ext cx="7771525" cy="1676400"/>
          </a:xfrm>
        </p:spPr>
        <p:txBody>
          <a:bodyPr>
            <a:noAutofit/>
          </a:bodyPr>
          <a:lstStyle/>
          <a:p>
            <a:pPr marL="12700" indent="0" algn="ctr">
              <a:spcBef>
                <a:spcPts val="120"/>
              </a:spcBef>
              <a:buNone/>
            </a:pPr>
            <a:r>
              <a:rPr lang="en-US" sz="7200" dirty="0">
                <a:ea typeface="+mj-ea"/>
                <a:cs typeface="+mj-cs"/>
              </a:rPr>
              <a:t>Wandering </a:t>
            </a:r>
            <a:r>
              <a:rPr lang="en-US" sz="7200" dirty="0">
                <a:ea typeface="+mj-ea"/>
                <a:cs typeface="+mj-cs"/>
              </a:rPr>
              <a:t>Elderly Assistance</a:t>
            </a:r>
          </a:p>
          <a:p>
            <a:pPr marL="12700" indent="0" algn="ctr">
              <a:spcBef>
                <a:spcPts val="120"/>
              </a:spcBef>
              <a:buNone/>
            </a:pPr>
            <a:endParaRPr lang="en-US" sz="7200" dirty="0">
              <a:ea typeface="+mj-ea"/>
              <a:cs typeface="+mj-cs"/>
            </a:endParaRPr>
          </a:p>
          <a:p>
            <a:pPr marL="12700" indent="0" algn="ctr">
              <a:spcBef>
                <a:spcPts val="120"/>
              </a:spcBef>
              <a:buNone/>
            </a:pPr>
            <a:endParaRPr lang="en-US" sz="7200" dirty="0">
              <a:ea typeface="+mj-ea"/>
              <a:cs typeface="+mj-cs"/>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10242" name="Picture 2" descr="C:\Users\user\Documents\Programming\Codet\0-1 (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7400" y="2019300"/>
            <a:ext cx="5867400" cy="586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112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B80FC6F-8F6A-4A92-968B-62D0D86E9E50}"/>
              </a:ext>
            </a:extLst>
          </p:cNvPr>
          <p:cNvSpPr>
            <a:spLocks noGrp="1"/>
          </p:cNvSpPr>
          <p:nvPr>
            <p:ph sz="half" idx="1"/>
          </p:nvPr>
        </p:nvSpPr>
        <p:spPr>
          <a:xfrm>
            <a:off x="896224" y="4134399"/>
            <a:ext cx="6857126" cy="1295400"/>
          </a:xfrm>
        </p:spPr>
        <p:txBody>
          <a:bodyPr>
            <a:noAutofit/>
          </a:bodyPr>
          <a:lstStyle/>
          <a:p>
            <a:pPr marL="12700" indent="0" algn="ctr">
              <a:spcBef>
                <a:spcPts val="120"/>
              </a:spcBef>
              <a:buNone/>
            </a:pPr>
            <a:r>
              <a:rPr lang="en-US" sz="7200" dirty="0">
                <a:ea typeface="+mj-ea"/>
                <a:cs typeface="+mj-cs"/>
              </a:rPr>
              <a:t>Equipment </a:t>
            </a:r>
            <a:r>
              <a:rPr lang="en-US" sz="7200" dirty="0">
                <a:ea typeface="+mj-ea"/>
                <a:cs typeface="+mj-cs"/>
              </a:rPr>
              <a:t>Monitoring</a:t>
            </a:r>
          </a:p>
          <a:p>
            <a:pPr marL="12700" indent="0" algn="ctr">
              <a:spcBef>
                <a:spcPts val="120"/>
              </a:spcBef>
              <a:buNone/>
            </a:pPr>
            <a:endParaRPr lang="en-US" sz="7200" dirty="0">
              <a:ea typeface="+mj-ea"/>
              <a:cs typeface="+mj-cs"/>
            </a:endParaRPr>
          </a:p>
          <a:p>
            <a:pPr marL="12700" indent="0" algn="ctr">
              <a:spcBef>
                <a:spcPts val="120"/>
              </a:spcBef>
              <a:buNone/>
            </a:pPr>
            <a:endParaRPr lang="en-US" sz="7200" dirty="0">
              <a:ea typeface="+mj-ea"/>
              <a:cs typeface="+mj-cs"/>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11266" name="Picture 2" descr="C:\Users\user\Documents\Programming\Codet\download (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6600" y="3009900"/>
            <a:ext cx="3857625" cy="3544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4123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B80FC6F-8F6A-4A92-968B-62D0D86E9E50}"/>
              </a:ext>
            </a:extLst>
          </p:cNvPr>
          <p:cNvSpPr>
            <a:spLocks noGrp="1"/>
          </p:cNvSpPr>
          <p:nvPr>
            <p:ph sz="half" idx="1"/>
          </p:nvPr>
        </p:nvSpPr>
        <p:spPr>
          <a:xfrm>
            <a:off x="896224" y="3848100"/>
            <a:ext cx="6552326" cy="1524000"/>
          </a:xfrm>
        </p:spPr>
        <p:txBody>
          <a:bodyPr>
            <a:noAutofit/>
          </a:bodyPr>
          <a:lstStyle/>
          <a:p>
            <a:pPr marL="12700" indent="0" algn="ctr">
              <a:spcBef>
                <a:spcPts val="120"/>
              </a:spcBef>
              <a:buNone/>
            </a:pPr>
            <a:r>
              <a:rPr lang="en-US" sz="7200" dirty="0">
                <a:ea typeface="+mj-ea"/>
                <a:cs typeface="+mj-cs"/>
              </a:rPr>
              <a:t>Preventing </a:t>
            </a:r>
            <a:r>
              <a:rPr lang="en-US" sz="7200" dirty="0">
                <a:ea typeface="+mj-ea"/>
                <a:cs typeface="+mj-cs"/>
              </a:rPr>
              <a:t>Lost Luggage</a:t>
            </a:r>
          </a:p>
          <a:p>
            <a:pPr marL="12700" indent="0" algn="ctr">
              <a:spcBef>
                <a:spcPts val="120"/>
              </a:spcBef>
              <a:buNone/>
            </a:pPr>
            <a:endParaRPr lang="en-US" sz="7200" dirty="0">
              <a:ea typeface="+mj-ea"/>
              <a:cs typeface="+mj-cs"/>
            </a:endParaRPr>
          </a:p>
          <a:p>
            <a:pPr marL="12700" indent="0" algn="ctr">
              <a:spcBef>
                <a:spcPts val="120"/>
              </a:spcBef>
              <a:buNone/>
            </a:pPr>
            <a:endParaRPr lang="en-US" sz="7200" dirty="0">
              <a:ea typeface="+mj-ea"/>
              <a:cs typeface="+mj-cs"/>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13314" name="Picture 2" descr="C:\Users\user\Documents\Programming\Codet\0-1 (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156210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636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B80FC6F-8F6A-4A92-968B-62D0D86E9E50}"/>
              </a:ext>
            </a:extLst>
          </p:cNvPr>
          <p:cNvSpPr>
            <a:spLocks noGrp="1"/>
          </p:cNvSpPr>
          <p:nvPr>
            <p:ph sz="half" idx="1"/>
          </p:nvPr>
        </p:nvSpPr>
        <p:spPr>
          <a:xfrm>
            <a:off x="971797" y="3314700"/>
            <a:ext cx="6780926" cy="1524000"/>
          </a:xfrm>
        </p:spPr>
        <p:txBody>
          <a:bodyPr>
            <a:noAutofit/>
          </a:bodyPr>
          <a:lstStyle/>
          <a:p>
            <a:pPr marL="12700" indent="0" algn="ctr">
              <a:spcBef>
                <a:spcPts val="120"/>
              </a:spcBef>
              <a:buNone/>
            </a:pPr>
            <a:endParaRPr lang="en-US" sz="7200" dirty="0">
              <a:ea typeface="+mj-ea"/>
              <a:cs typeface="+mj-cs"/>
            </a:endParaRPr>
          </a:p>
          <a:p>
            <a:pPr marL="12700" indent="0" algn="ctr">
              <a:spcBef>
                <a:spcPts val="120"/>
              </a:spcBef>
              <a:buNone/>
            </a:pPr>
            <a:r>
              <a:rPr lang="en-US" sz="7200" dirty="0">
                <a:ea typeface="+mj-ea"/>
                <a:cs typeface="+mj-cs"/>
              </a:rPr>
              <a:t>Vehicle </a:t>
            </a:r>
            <a:r>
              <a:rPr lang="en-US" sz="7200" dirty="0">
                <a:ea typeface="+mj-ea"/>
                <a:cs typeface="+mj-cs"/>
              </a:rPr>
              <a:t>Security</a:t>
            </a:r>
          </a:p>
          <a:p>
            <a:pPr marL="12700" indent="0" algn="ctr">
              <a:spcBef>
                <a:spcPts val="120"/>
              </a:spcBef>
              <a:buNone/>
            </a:pPr>
            <a:endParaRPr lang="en-US" sz="7200" dirty="0">
              <a:ea typeface="+mj-ea"/>
              <a:cs typeface="+mj-cs"/>
            </a:endParaRPr>
          </a:p>
          <a:p>
            <a:pPr marL="12700" indent="0" algn="ctr">
              <a:spcBef>
                <a:spcPts val="120"/>
              </a:spcBef>
              <a:buNone/>
            </a:pPr>
            <a:endParaRPr lang="en-US" sz="7200" dirty="0">
              <a:ea typeface="+mj-ea"/>
              <a:cs typeface="+mj-cs"/>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12290" name="Picture 2" descr="C:\Users\user\Documents\Programming\Codet\download (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000" y="2781300"/>
            <a:ext cx="7901066"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333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B80FC6F-8F6A-4A92-968B-62D0D86E9E50}"/>
              </a:ext>
            </a:extLst>
          </p:cNvPr>
          <p:cNvSpPr>
            <a:spLocks noGrp="1"/>
          </p:cNvSpPr>
          <p:nvPr>
            <p:ph sz="half" idx="1"/>
          </p:nvPr>
        </p:nvSpPr>
        <p:spPr>
          <a:xfrm>
            <a:off x="1009897" y="3695700"/>
            <a:ext cx="4647326" cy="1600200"/>
          </a:xfrm>
        </p:spPr>
        <p:txBody>
          <a:bodyPr>
            <a:noAutofit/>
          </a:bodyPr>
          <a:lstStyle/>
          <a:p>
            <a:pPr marL="12700" indent="0" algn="ctr">
              <a:spcBef>
                <a:spcPts val="120"/>
              </a:spcBef>
              <a:buNone/>
            </a:pPr>
            <a:endParaRPr lang="en-US" sz="7200" dirty="0">
              <a:ea typeface="+mj-ea"/>
              <a:cs typeface="+mj-cs"/>
            </a:endParaRPr>
          </a:p>
          <a:p>
            <a:pPr marL="12700" indent="0" algn="ctr">
              <a:spcBef>
                <a:spcPts val="120"/>
              </a:spcBef>
              <a:buNone/>
            </a:pPr>
            <a:r>
              <a:rPr lang="en-US" sz="7200" dirty="0">
                <a:ea typeface="+mj-ea"/>
                <a:cs typeface="+mj-cs"/>
              </a:rPr>
              <a:t>Asset </a:t>
            </a:r>
            <a:r>
              <a:rPr lang="en-US" sz="7200" dirty="0">
                <a:ea typeface="+mj-ea"/>
                <a:cs typeface="+mj-cs"/>
              </a:rPr>
              <a:t>Tracking</a:t>
            </a:r>
          </a:p>
          <a:p>
            <a:pPr marL="12700" indent="0" algn="ctr">
              <a:spcBef>
                <a:spcPts val="120"/>
              </a:spcBef>
              <a:buNone/>
            </a:pPr>
            <a:endParaRPr lang="en-US" sz="7200" dirty="0">
              <a:ea typeface="+mj-ea"/>
              <a:cs typeface="+mj-cs"/>
            </a:endParaRPr>
          </a:p>
          <a:p>
            <a:pPr marL="12700" indent="0" algn="ctr">
              <a:spcBef>
                <a:spcPts val="120"/>
              </a:spcBef>
              <a:buNone/>
            </a:pPr>
            <a:endParaRPr lang="en-US" sz="7200" dirty="0">
              <a:ea typeface="+mj-ea"/>
              <a:cs typeface="+mj-cs"/>
            </a:endParaRPr>
          </a:p>
        </p:txBody>
      </p:sp>
      <p:grpSp>
        <p:nvGrpSpPr>
          <p:cNvPr id="37" name="object 34"/>
          <p:cNvGrpSpPr/>
          <p:nvPr/>
        </p:nvGrpSpPr>
        <p:grpSpPr>
          <a:xfrm>
            <a:off x="205354" y="9668724"/>
            <a:ext cx="772160" cy="343535"/>
            <a:chOff x="205354" y="9668724"/>
            <a:chExt cx="772160" cy="343535"/>
          </a:xfrm>
        </p:grpSpPr>
        <p:sp>
          <p:nvSpPr>
            <p:cNvPr id="1048698" name="object 35"/>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699" name="object 36"/>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700" name="object 37"/>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pic>
        <p:nvPicPr>
          <p:cNvPr id="14338" name="Picture 2" descr="C:\Users\user\Documents\Programming\Codet\downloa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06200" y="3162300"/>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860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B84A72-9405-443F-B8C9-7508672BB13A}"/>
              </a:ext>
            </a:extLst>
          </p:cNvPr>
          <p:cNvSpPr>
            <a:spLocks noGrp="1"/>
          </p:cNvSpPr>
          <p:nvPr>
            <p:ph type="title"/>
          </p:nvPr>
        </p:nvSpPr>
        <p:spPr/>
        <p:txBody>
          <a:bodyPr>
            <a:normAutofit/>
          </a:bodyPr>
          <a:lstStyle/>
          <a:p>
            <a:r>
              <a:rPr lang="en-US" sz="4800" dirty="0" smtClean="0"/>
              <a:t>Future Upgrade</a:t>
            </a:r>
            <a:endParaRPr lang="en-US" sz="4800" dirty="0"/>
          </a:p>
        </p:txBody>
      </p:sp>
      <p:pic>
        <p:nvPicPr>
          <p:cNvPr id="15362" name="Picture 2" descr="C:\Users\user\Documents\Programming\Codet\download (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401" y="2247900"/>
            <a:ext cx="6705600" cy="504861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03482" y="4767868"/>
            <a:ext cx="6013762" cy="3441968"/>
          </a:xfrm>
          <a:prstGeom prst="rect">
            <a:avLst/>
          </a:prstGeom>
          <a:noFill/>
        </p:spPr>
        <p:txBody>
          <a:bodyPr wrap="none" rtlCol="0">
            <a:spAutoFit/>
          </a:bodyPr>
          <a:lstStyle/>
          <a:p>
            <a:pPr marL="12700" algn="ctr" defTabSz="1632832">
              <a:spcBef>
                <a:spcPts val="120"/>
              </a:spcBef>
            </a:pPr>
            <a:r>
              <a:rPr lang="en-US" sz="7200" dirty="0">
                <a:ea typeface="+mj-ea"/>
                <a:cs typeface="+mj-cs"/>
              </a:rPr>
              <a:t>Using ESP32-C3</a:t>
            </a:r>
          </a:p>
          <a:p>
            <a:pPr marL="12700" algn="ctr" defTabSz="1632832">
              <a:spcBef>
                <a:spcPts val="120"/>
              </a:spcBef>
            </a:pPr>
            <a:endParaRPr lang="en-US" sz="7200" dirty="0">
              <a:ea typeface="+mj-ea"/>
              <a:cs typeface="+mj-cs"/>
            </a:endParaRPr>
          </a:p>
          <a:p>
            <a:pPr marL="12700" algn="ctr" defTabSz="1632832">
              <a:spcBef>
                <a:spcPts val="120"/>
              </a:spcBef>
            </a:pPr>
            <a:r>
              <a:rPr lang="en-US" sz="7200" dirty="0">
                <a:ea typeface="+mj-ea"/>
                <a:cs typeface="+mj-cs"/>
              </a:rPr>
              <a:t> BlueStick</a:t>
            </a:r>
            <a:endParaRPr lang="en-US" sz="7200" dirty="0">
              <a:ea typeface="+mj-ea"/>
              <a:cs typeface="+mj-cs"/>
            </a:endParaRPr>
          </a:p>
        </p:txBody>
      </p:sp>
    </p:spTree>
    <p:extLst>
      <p:ext uri="{BB962C8B-B14F-4D97-AF65-F5344CB8AC3E}">
        <p14:creationId xmlns:p14="http://schemas.microsoft.com/office/powerpoint/2010/main" val="2166108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sers\user\Documents\Programming\Codet\download (1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7800" y="2476500"/>
            <a:ext cx="7415893" cy="41529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41287" y="3390900"/>
            <a:ext cx="5531707" cy="3441968"/>
          </a:xfrm>
          <a:prstGeom prst="rect">
            <a:avLst/>
          </a:prstGeom>
          <a:noFill/>
        </p:spPr>
        <p:txBody>
          <a:bodyPr wrap="none" rtlCol="0">
            <a:spAutoFit/>
          </a:bodyPr>
          <a:lstStyle/>
          <a:p>
            <a:pPr marL="12700" algn="ctr" defTabSz="1632832">
              <a:spcBef>
                <a:spcPts val="120"/>
              </a:spcBef>
            </a:pPr>
            <a:r>
              <a:rPr lang="en-US" sz="7200" dirty="0">
                <a:ea typeface="+mj-ea"/>
                <a:cs typeface="+mj-cs"/>
              </a:rPr>
              <a:t>Width: 21mm</a:t>
            </a:r>
          </a:p>
          <a:p>
            <a:pPr marL="12700" algn="ctr" defTabSz="1632832">
              <a:spcBef>
                <a:spcPts val="120"/>
              </a:spcBef>
            </a:pPr>
            <a:endParaRPr lang="en-US" sz="7200" dirty="0">
              <a:ea typeface="+mj-ea"/>
              <a:cs typeface="+mj-cs"/>
            </a:endParaRPr>
          </a:p>
          <a:p>
            <a:pPr marL="12700" algn="ctr" defTabSz="1632832">
              <a:spcBef>
                <a:spcPts val="120"/>
              </a:spcBef>
            </a:pPr>
            <a:r>
              <a:rPr lang="en-US" sz="7200" dirty="0">
                <a:ea typeface="+mj-ea"/>
                <a:cs typeface="+mj-cs"/>
              </a:rPr>
              <a:t>Height: 17mm</a:t>
            </a:r>
            <a:endParaRPr lang="en-US" sz="7200" dirty="0">
              <a:ea typeface="+mj-ea"/>
              <a:cs typeface="+mj-cs"/>
            </a:endParaRPr>
          </a:p>
        </p:txBody>
      </p:sp>
    </p:spTree>
    <p:extLst>
      <p:ext uri="{BB962C8B-B14F-4D97-AF65-F5344CB8AC3E}">
        <p14:creationId xmlns:p14="http://schemas.microsoft.com/office/powerpoint/2010/main" val="1625863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B84A72-9405-443F-B8C9-7508672BB13A}"/>
              </a:ext>
            </a:extLst>
          </p:cNvPr>
          <p:cNvSpPr>
            <a:spLocks noGrp="1"/>
          </p:cNvSpPr>
          <p:nvPr>
            <p:ph type="title"/>
          </p:nvPr>
        </p:nvSpPr>
        <p:spPr/>
        <p:txBody>
          <a:bodyPr>
            <a:normAutofit/>
          </a:bodyPr>
          <a:lstStyle/>
          <a:p>
            <a:r>
              <a:rPr lang="en-US" sz="4800" dirty="0" smtClean="0"/>
              <a:t>The </a:t>
            </a:r>
            <a:r>
              <a:rPr lang="en-US" sz="4800" dirty="0"/>
              <a:t>project has several unique features</a:t>
            </a:r>
          </a:p>
        </p:txBody>
      </p:sp>
      <p:sp>
        <p:nvSpPr>
          <p:cNvPr id="3" name="Content Placeholder 2">
            <a:extLst>
              <a:ext uri="{FF2B5EF4-FFF2-40B4-BE49-F238E27FC236}">
                <a16:creationId xmlns="" xmlns:a16="http://schemas.microsoft.com/office/drawing/2014/main" id="{84BF20A8-A3BA-417A-BFB0-CD2632F3CB0A}"/>
              </a:ext>
            </a:extLst>
          </p:cNvPr>
          <p:cNvSpPr>
            <a:spLocks noGrp="1"/>
          </p:cNvSpPr>
          <p:nvPr>
            <p:ph idx="1"/>
          </p:nvPr>
        </p:nvSpPr>
        <p:spPr>
          <a:xfrm>
            <a:off x="1016001" y="1812006"/>
            <a:ext cx="12895002" cy="7558780"/>
          </a:xfrm>
        </p:spPr>
        <p:txBody>
          <a:bodyPr>
            <a:noAutofit/>
          </a:bodyPr>
          <a:lstStyle/>
          <a:p>
            <a:pPr marL="0" indent="0">
              <a:buNone/>
            </a:pPr>
            <a:endParaRPr lang="en-US" sz="1100" b="1" dirty="0" smtClean="0"/>
          </a:p>
          <a:p>
            <a:r>
              <a:rPr lang="en-US" sz="2400" b="1" dirty="0"/>
              <a:t>1. Cost-Effective Solution: Unlike many other tracking devices, this project does not rely on mobile internet data, resulting in cost savings for users</a:t>
            </a:r>
            <a:r>
              <a:rPr lang="en-US" sz="2400" b="1" dirty="0" smtClean="0"/>
              <a:t>.</a:t>
            </a:r>
          </a:p>
          <a:p>
            <a:endParaRPr lang="en-US" sz="2400" b="1" dirty="0"/>
          </a:p>
          <a:p>
            <a:r>
              <a:rPr lang="en-US" sz="2400" b="1" dirty="0"/>
              <a:t>2. Dual Functionality: In addition to preventing separation and loss, the device can also act as a tracker. It notifies the owner when they are in close proximity to a lost device by varying the intensity of the buzzer and vibration based on the nearness</a:t>
            </a:r>
            <a:r>
              <a:rPr lang="en-US" sz="2400" b="1" dirty="0" smtClean="0"/>
              <a:t>.</a:t>
            </a:r>
          </a:p>
          <a:p>
            <a:endParaRPr lang="en-US" sz="2400" b="1" dirty="0"/>
          </a:p>
          <a:p>
            <a:r>
              <a:rPr lang="en-US" sz="2400" b="1" dirty="0"/>
              <a:t>3. Versatile Attachment Options: The device is designed to be easily attachable and detachable. It can be secured to various items such as wristwatches, belts, keys, phones, and more, providing flexibility and convenience for users</a:t>
            </a:r>
            <a:r>
              <a:rPr lang="en-US" sz="2400" b="1" dirty="0" smtClean="0"/>
              <a:t>.</a:t>
            </a:r>
          </a:p>
          <a:p>
            <a:pPr marL="0" indent="0">
              <a:buNone/>
            </a:pPr>
            <a:endParaRPr lang="en-US" sz="1600" b="1" dirty="0"/>
          </a:p>
          <a:p>
            <a:r>
              <a:rPr lang="en-US" sz="2400" b="1" dirty="0"/>
              <a:t>4. Scalability and Continuous Improvement: The project has a scalable nature, allowing for future enhancements and improvements. This ensures that the device can evolve and adapt to meet changing needs and technological advancements over time</a:t>
            </a:r>
            <a:r>
              <a:rPr lang="en-US" sz="2400" b="1" dirty="0" smtClean="0"/>
              <a:t>.</a:t>
            </a:r>
          </a:p>
          <a:p>
            <a:endParaRPr lang="en-US" sz="2400" b="1" dirty="0" smtClean="0"/>
          </a:p>
          <a:p>
            <a:r>
              <a:rPr lang="en-US" sz="2400" b="1" dirty="0" smtClean="0"/>
              <a:t>5. No connection is required</a:t>
            </a:r>
            <a:endParaRPr lang="en-US" sz="2400" b="1" dirty="0"/>
          </a:p>
          <a:p>
            <a:endParaRPr lang="en-US" sz="2400" b="1" dirty="0"/>
          </a:p>
          <a:p>
            <a:r>
              <a:rPr lang="en-US" sz="2400" b="1" dirty="0"/>
              <a:t>By emphasizing these unique aspects, the project distinguishes itself from other solutions in terms of cost-efficiency, functionality, versatility, and the potential for ongoing development.</a:t>
            </a:r>
          </a:p>
        </p:txBody>
      </p:sp>
    </p:spTree>
    <p:extLst>
      <p:ext uri="{BB962C8B-B14F-4D97-AF65-F5344CB8AC3E}">
        <p14:creationId xmlns:p14="http://schemas.microsoft.com/office/powerpoint/2010/main" val="2915807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B84A72-9405-443F-B8C9-7508672BB13A}"/>
              </a:ext>
            </a:extLst>
          </p:cNvPr>
          <p:cNvSpPr>
            <a:spLocks noGrp="1"/>
          </p:cNvSpPr>
          <p:nvPr>
            <p:ph type="title"/>
          </p:nvPr>
        </p:nvSpPr>
        <p:spPr/>
        <p:txBody>
          <a:bodyPr>
            <a:normAutofit/>
          </a:bodyPr>
          <a:lstStyle/>
          <a:p>
            <a:r>
              <a:rPr lang="en-US" sz="6600" b="1" dirty="0" smtClean="0"/>
              <a:t>CONCLUSION</a:t>
            </a:r>
            <a:endParaRPr lang="en-US" sz="6600" b="1" dirty="0"/>
          </a:p>
        </p:txBody>
      </p:sp>
      <p:sp>
        <p:nvSpPr>
          <p:cNvPr id="3" name="Content Placeholder 2">
            <a:extLst>
              <a:ext uri="{FF2B5EF4-FFF2-40B4-BE49-F238E27FC236}">
                <a16:creationId xmlns="" xmlns:a16="http://schemas.microsoft.com/office/drawing/2014/main" id="{84BF20A8-A3BA-417A-BFB0-CD2632F3CB0A}"/>
              </a:ext>
            </a:extLst>
          </p:cNvPr>
          <p:cNvSpPr>
            <a:spLocks noGrp="1"/>
          </p:cNvSpPr>
          <p:nvPr>
            <p:ph idx="1"/>
          </p:nvPr>
        </p:nvSpPr>
        <p:spPr>
          <a:xfrm>
            <a:off x="1016001" y="1812006"/>
            <a:ext cx="12895002" cy="7558780"/>
          </a:xfrm>
        </p:spPr>
        <p:txBody>
          <a:bodyPr>
            <a:noAutofit/>
          </a:bodyPr>
          <a:lstStyle/>
          <a:p>
            <a:pPr marL="0" indent="0">
              <a:buNone/>
            </a:pPr>
            <a:endParaRPr lang="en-US" sz="2800" b="1" dirty="0" smtClean="0"/>
          </a:p>
          <a:p>
            <a:endParaRPr lang="en-US" sz="5400" b="1" dirty="0"/>
          </a:p>
          <a:p>
            <a:pPr marL="0" indent="0">
              <a:buNone/>
            </a:pPr>
            <a:r>
              <a:rPr lang="en-US" sz="5400" dirty="0"/>
              <a:t>By emphasizing these unique aspects, the project distinguishes itself from other solutions in terms of cost-efficiency, functionality, versatility, and the potential for ongoing development.</a:t>
            </a:r>
          </a:p>
        </p:txBody>
      </p:sp>
    </p:spTree>
    <p:extLst>
      <p:ext uri="{BB962C8B-B14F-4D97-AF65-F5344CB8AC3E}">
        <p14:creationId xmlns:p14="http://schemas.microsoft.com/office/powerpoint/2010/main" val="2480548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object 3"/>
          <p:cNvGrpSpPr/>
          <p:nvPr/>
        </p:nvGrpSpPr>
        <p:grpSpPr>
          <a:xfrm>
            <a:off x="205354" y="9668724"/>
            <a:ext cx="772160" cy="343535"/>
            <a:chOff x="205354" y="9668724"/>
            <a:chExt cx="772160" cy="343535"/>
          </a:xfrm>
        </p:grpSpPr>
        <p:sp>
          <p:nvSpPr>
            <p:cNvPr id="1048813" name="object 4"/>
            <p:cNvSpPr/>
            <p:nvPr/>
          </p:nvSpPr>
          <p:spPr>
            <a:xfrm>
              <a:off x="211067" y="9674437"/>
              <a:ext cx="760730" cy="332105"/>
            </a:xfrm>
            <a:custGeom>
              <a:avLst/>
              <a:gdLst/>
              <a:ahLst/>
              <a:cxnLst/>
              <a:rect l="l" t="t" r="r" b="b"/>
              <a:pathLst>
                <a:path w="760730" h="332104">
                  <a:moveTo>
                    <a:pt x="701873" y="331782"/>
                  </a:moveTo>
                  <a:lnTo>
                    <a:pt x="58305" y="331782"/>
                  </a:lnTo>
                  <a:lnTo>
                    <a:pt x="54247" y="331380"/>
                  </a:lnTo>
                  <a:lnTo>
                    <a:pt x="15380" y="310430"/>
                  </a:lnTo>
                  <a:lnTo>
                    <a:pt x="0" y="272989"/>
                  </a:lnTo>
                  <a:lnTo>
                    <a:pt x="0" y="58792"/>
                  </a:lnTo>
                  <a:lnTo>
                    <a:pt x="15380" y="21351"/>
                  </a:lnTo>
                  <a:lnTo>
                    <a:pt x="54247" y="403"/>
                  </a:lnTo>
                  <a:lnTo>
                    <a:pt x="58305" y="0"/>
                  </a:lnTo>
                  <a:lnTo>
                    <a:pt x="62402" y="0"/>
                  </a:lnTo>
                  <a:lnTo>
                    <a:pt x="701873" y="0"/>
                  </a:lnTo>
                  <a:lnTo>
                    <a:pt x="739004" y="15508"/>
                  </a:lnTo>
                  <a:lnTo>
                    <a:pt x="759780" y="54700"/>
                  </a:lnTo>
                  <a:lnTo>
                    <a:pt x="760179" y="58792"/>
                  </a:lnTo>
                  <a:lnTo>
                    <a:pt x="760179" y="272989"/>
                  </a:lnTo>
                  <a:lnTo>
                    <a:pt x="744799" y="310430"/>
                  </a:lnTo>
                  <a:lnTo>
                    <a:pt x="705932" y="331380"/>
                  </a:lnTo>
                  <a:lnTo>
                    <a:pt x="701873" y="331782"/>
                  </a:lnTo>
                  <a:close/>
                </a:path>
              </a:pathLst>
            </a:custGeom>
            <a:solidFill>
              <a:srgbClr val="2A2C37">
                <a:alpha val="69799"/>
              </a:srgbClr>
            </a:solidFill>
          </p:spPr>
          <p:txBody>
            <a:bodyPr wrap="square" lIns="0" tIns="0" rIns="0" bIns="0" rtlCol="0"/>
            <a:lstStyle/>
            <a:p>
              <a:endParaRPr/>
            </a:p>
          </p:txBody>
        </p:sp>
        <p:sp>
          <p:nvSpPr>
            <p:cNvPr id="1048814" name="object 5"/>
            <p:cNvSpPr/>
            <p:nvPr/>
          </p:nvSpPr>
          <p:spPr>
            <a:xfrm>
              <a:off x="275829" y="9789405"/>
              <a:ext cx="620395" cy="138430"/>
            </a:xfrm>
            <a:custGeom>
              <a:avLst/>
              <a:gdLst/>
              <a:ahLst/>
              <a:cxnLst/>
              <a:rect l="l" t="t" r="r" b="b"/>
              <a:pathLst>
                <a:path w="620394" h="138429">
                  <a:moveTo>
                    <a:pt x="84589" y="23425"/>
                  </a:moveTo>
                  <a:lnTo>
                    <a:pt x="0" y="23425"/>
                  </a:lnTo>
                  <a:lnTo>
                    <a:pt x="0" y="4015"/>
                  </a:lnTo>
                  <a:lnTo>
                    <a:pt x="84589" y="4015"/>
                  </a:lnTo>
                  <a:lnTo>
                    <a:pt x="84589" y="23425"/>
                  </a:lnTo>
                  <a:close/>
                </a:path>
                <a:path w="620394" h="138429">
                  <a:moveTo>
                    <a:pt x="52582" y="108126"/>
                  </a:moveTo>
                  <a:lnTo>
                    <a:pt x="32006" y="108126"/>
                  </a:lnTo>
                  <a:lnTo>
                    <a:pt x="32006" y="23425"/>
                  </a:lnTo>
                  <a:lnTo>
                    <a:pt x="52582" y="23425"/>
                  </a:lnTo>
                  <a:lnTo>
                    <a:pt x="52582" y="108126"/>
                  </a:lnTo>
                  <a:close/>
                </a:path>
                <a:path w="620394" h="138429">
                  <a:moveTo>
                    <a:pt x="136716" y="43949"/>
                  </a:moveTo>
                  <a:lnTo>
                    <a:pt x="107785" y="43949"/>
                  </a:lnTo>
                  <a:lnTo>
                    <a:pt x="112284" y="37182"/>
                  </a:lnTo>
                  <a:lnTo>
                    <a:pt x="119142" y="34133"/>
                  </a:lnTo>
                  <a:lnTo>
                    <a:pt x="132048" y="34133"/>
                  </a:lnTo>
                  <a:lnTo>
                    <a:pt x="135293" y="34728"/>
                  </a:lnTo>
                  <a:lnTo>
                    <a:pt x="137948" y="35695"/>
                  </a:lnTo>
                  <a:lnTo>
                    <a:pt x="136716" y="43949"/>
                  </a:lnTo>
                  <a:close/>
                </a:path>
                <a:path w="620394" h="138429">
                  <a:moveTo>
                    <a:pt x="108375" y="108126"/>
                  </a:moveTo>
                  <a:lnTo>
                    <a:pt x="89127" y="108126"/>
                  </a:lnTo>
                  <a:lnTo>
                    <a:pt x="89127" y="36067"/>
                  </a:lnTo>
                  <a:lnTo>
                    <a:pt x="107785" y="36067"/>
                  </a:lnTo>
                  <a:lnTo>
                    <a:pt x="107785" y="43949"/>
                  </a:lnTo>
                  <a:lnTo>
                    <a:pt x="136716" y="43949"/>
                  </a:lnTo>
                  <a:lnTo>
                    <a:pt x="135416" y="52650"/>
                  </a:lnTo>
                  <a:lnTo>
                    <a:pt x="114496" y="52650"/>
                  </a:lnTo>
                  <a:lnTo>
                    <a:pt x="108375" y="58153"/>
                  </a:lnTo>
                  <a:lnTo>
                    <a:pt x="108375" y="108126"/>
                  </a:lnTo>
                  <a:close/>
                </a:path>
                <a:path w="620394" h="138429">
                  <a:moveTo>
                    <a:pt x="135072" y="54955"/>
                  </a:moveTo>
                  <a:lnTo>
                    <a:pt x="131901" y="53542"/>
                  </a:lnTo>
                  <a:lnTo>
                    <a:pt x="127328" y="52650"/>
                  </a:lnTo>
                  <a:lnTo>
                    <a:pt x="135416" y="52650"/>
                  </a:lnTo>
                  <a:lnTo>
                    <a:pt x="135072" y="54955"/>
                  </a:lnTo>
                  <a:close/>
                </a:path>
                <a:path w="620394" h="138429">
                  <a:moveTo>
                    <a:pt x="172005" y="138170"/>
                  </a:moveTo>
                  <a:lnTo>
                    <a:pt x="150913" y="138170"/>
                  </a:lnTo>
                  <a:lnTo>
                    <a:pt x="175914" y="92807"/>
                  </a:lnTo>
                  <a:lnTo>
                    <a:pt x="145087" y="36067"/>
                  </a:lnTo>
                  <a:lnTo>
                    <a:pt x="166917" y="36067"/>
                  </a:lnTo>
                  <a:lnTo>
                    <a:pt x="186534" y="73100"/>
                  </a:lnTo>
                  <a:lnTo>
                    <a:pt x="206832" y="73100"/>
                  </a:lnTo>
                  <a:lnTo>
                    <a:pt x="172005" y="138170"/>
                  </a:lnTo>
                  <a:close/>
                </a:path>
                <a:path w="620394" h="138429">
                  <a:moveTo>
                    <a:pt x="206832" y="73100"/>
                  </a:moveTo>
                  <a:lnTo>
                    <a:pt x="186534" y="73100"/>
                  </a:lnTo>
                  <a:lnTo>
                    <a:pt x="205561" y="36067"/>
                  </a:lnTo>
                  <a:lnTo>
                    <a:pt x="226653" y="36067"/>
                  </a:lnTo>
                  <a:lnTo>
                    <a:pt x="206832" y="73100"/>
                  </a:lnTo>
                  <a:close/>
                </a:path>
                <a:path w="620394" h="138429">
                  <a:moveTo>
                    <a:pt x="293536" y="108126"/>
                  </a:moveTo>
                  <a:lnTo>
                    <a:pt x="272960" y="108126"/>
                  </a:lnTo>
                  <a:lnTo>
                    <a:pt x="272960" y="4015"/>
                  </a:lnTo>
                  <a:lnTo>
                    <a:pt x="315070" y="4015"/>
                  </a:lnTo>
                  <a:lnTo>
                    <a:pt x="331362" y="6352"/>
                  </a:lnTo>
                  <a:lnTo>
                    <a:pt x="343187" y="13004"/>
                  </a:lnTo>
                  <a:lnTo>
                    <a:pt x="350181" y="23127"/>
                  </a:lnTo>
                  <a:lnTo>
                    <a:pt x="293536" y="23127"/>
                  </a:lnTo>
                  <a:lnTo>
                    <a:pt x="293536" y="51088"/>
                  </a:lnTo>
                  <a:lnTo>
                    <a:pt x="350123" y="51088"/>
                  </a:lnTo>
                  <a:lnTo>
                    <a:pt x="343205" y="61081"/>
                  </a:lnTo>
                  <a:lnTo>
                    <a:pt x="331424" y="67717"/>
                  </a:lnTo>
                  <a:lnTo>
                    <a:pt x="315218" y="70051"/>
                  </a:lnTo>
                  <a:lnTo>
                    <a:pt x="293536" y="70051"/>
                  </a:lnTo>
                  <a:lnTo>
                    <a:pt x="293536" y="108126"/>
                  </a:lnTo>
                  <a:close/>
                </a:path>
                <a:path w="620394" h="138429">
                  <a:moveTo>
                    <a:pt x="350123" y="51088"/>
                  </a:moveTo>
                  <a:lnTo>
                    <a:pt x="325911" y="51088"/>
                  </a:lnTo>
                  <a:lnTo>
                    <a:pt x="331737" y="46478"/>
                  </a:lnTo>
                  <a:lnTo>
                    <a:pt x="331737" y="27812"/>
                  </a:lnTo>
                  <a:lnTo>
                    <a:pt x="325911" y="23127"/>
                  </a:lnTo>
                  <a:lnTo>
                    <a:pt x="350181" y="23127"/>
                  </a:lnTo>
                  <a:lnTo>
                    <a:pt x="350394" y="23435"/>
                  </a:lnTo>
                  <a:lnTo>
                    <a:pt x="352830" y="37108"/>
                  </a:lnTo>
                  <a:lnTo>
                    <a:pt x="350396" y="50694"/>
                  </a:lnTo>
                  <a:lnTo>
                    <a:pt x="350123" y="51088"/>
                  </a:lnTo>
                  <a:close/>
                </a:path>
                <a:path w="620394" h="138429">
                  <a:moveTo>
                    <a:pt x="387958" y="108126"/>
                  </a:moveTo>
                  <a:lnTo>
                    <a:pt x="368709" y="108126"/>
                  </a:lnTo>
                  <a:lnTo>
                    <a:pt x="368709" y="36067"/>
                  </a:lnTo>
                  <a:lnTo>
                    <a:pt x="387958" y="36067"/>
                  </a:lnTo>
                  <a:lnTo>
                    <a:pt x="387958" y="108126"/>
                  </a:lnTo>
                  <a:close/>
                </a:path>
                <a:path w="620394" h="138429">
                  <a:moveTo>
                    <a:pt x="385155" y="24837"/>
                  </a:moveTo>
                  <a:lnTo>
                    <a:pt x="371291" y="24837"/>
                  </a:lnTo>
                  <a:lnTo>
                    <a:pt x="365981" y="19483"/>
                  </a:lnTo>
                  <a:lnTo>
                    <a:pt x="365981" y="5503"/>
                  </a:lnTo>
                  <a:lnTo>
                    <a:pt x="371291" y="0"/>
                  </a:lnTo>
                  <a:lnTo>
                    <a:pt x="385155" y="0"/>
                  </a:lnTo>
                  <a:lnTo>
                    <a:pt x="390539" y="5503"/>
                  </a:lnTo>
                  <a:lnTo>
                    <a:pt x="390539" y="19483"/>
                  </a:lnTo>
                  <a:lnTo>
                    <a:pt x="385155" y="24837"/>
                  </a:lnTo>
                  <a:close/>
                </a:path>
                <a:path w="620394" h="138429">
                  <a:moveTo>
                    <a:pt x="434136" y="36067"/>
                  </a:moveTo>
                  <a:lnTo>
                    <a:pt x="414887" y="36067"/>
                  </a:lnTo>
                  <a:lnTo>
                    <a:pt x="414887" y="14649"/>
                  </a:lnTo>
                  <a:lnTo>
                    <a:pt x="434136" y="14649"/>
                  </a:lnTo>
                  <a:lnTo>
                    <a:pt x="434136" y="36067"/>
                  </a:lnTo>
                  <a:close/>
                </a:path>
                <a:path w="620394" h="138429">
                  <a:moveTo>
                    <a:pt x="460022" y="53319"/>
                  </a:moveTo>
                  <a:lnTo>
                    <a:pt x="401096" y="53319"/>
                  </a:lnTo>
                  <a:lnTo>
                    <a:pt x="401096" y="36067"/>
                  </a:lnTo>
                  <a:lnTo>
                    <a:pt x="460022" y="36067"/>
                  </a:lnTo>
                  <a:lnTo>
                    <a:pt x="460022" y="53319"/>
                  </a:lnTo>
                  <a:close/>
                </a:path>
                <a:path w="620394" h="138429">
                  <a:moveTo>
                    <a:pt x="451836" y="109986"/>
                  </a:moveTo>
                  <a:lnTo>
                    <a:pt x="441658" y="109986"/>
                  </a:lnTo>
                  <a:lnTo>
                    <a:pt x="430008" y="108114"/>
                  </a:lnTo>
                  <a:lnTo>
                    <a:pt x="421635" y="102595"/>
                  </a:lnTo>
                  <a:lnTo>
                    <a:pt x="416581" y="93578"/>
                  </a:lnTo>
                  <a:lnTo>
                    <a:pt x="414887" y="81206"/>
                  </a:lnTo>
                  <a:lnTo>
                    <a:pt x="414887" y="53319"/>
                  </a:lnTo>
                  <a:lnTo>
                    <a:pt x="434136" y="53319"/>
                  </a:lnTo>
                  <a:lnTo>
                    <a:pt x="434136" y="88643"/>
                  </a:lnTo>
                  <a:lnTo>
                    <a:pt x="438856" y="91915"/>
                  </a:lnTo>
                  <a:lnTo>
                    <a:pt x="460438" y="91915"/>
                  </a:lnTo>
                  <a:lnTo>
                    <a:pt x="465332" y="102400"/>
                  </a:lnTo>
                  <a:lnTo>
                    <a:pt x="459063" y="106713"/>
                  </a:lnTo>
                  <a:lnTo>
                    <a:pt x="451836" y="109986"/>
                  </a:lnTo>
                  <a:close/>
                </a:path>
                <a:path w="620394" h="138429">
                  <a:moveTo>
                    <a:pt x="460438" y="91915"/>
                  </a:moveTo>
                  <a:lnTo>
                    <a:pt x="449402" y="91915"/>
                  </a:lnTo>
                  <a:lnTo>
                    <a:pt x="454343" y="89609"/>
                  </a:lnTo>
                  <a:lnTo>
                    <a:pt x="458252" y="87230"/>
                  </a:lnTo>
                  <a:lnTo>
                    <a:pt x="460438" y="91915"/>
                  </a:lnTo>
                  <a:close/>
                </a:path>
                <a:path w="620394" h="138429">
                  <a:moveTo>
                    <a:pt x="509793" y="109986"/>
                  </a:moveTo>
                  <a:lnTo>
                    <a:pt x="494233" y="107134"/>
                  </a:lnTo>
                  <a:lnTo>
                    <a:pt x="482220" y="99221"/>
                  </a:lnTo>
                  <a:lnTo>
                    <a:pt x="474480" y="87209"/>
                  </a:lnTo>
                  <a:lnTo>
                    <a:pt x="471739" y="72059"/>
                  </a:lnTo>
                  <a:lnTo>
                    <a:pt x="474480" y="56941"/>
                  </a:lnTo>
                  <a:lnTo>
                    <a:pt x="482220" y="44925"/>
                  </a:lnTo>
                  <a:lnTo>
                    <a:pt x="494233" y="36995"/>
                  </a:lnTo>
                  <a:lnTo>
                    <a:pt x="509793" y="34133"/>
                  </a:lnTo>
                  <a:lnTo>
                    <a:pt x="518381" y="35036"/>
                  </a:lnTo>
                  <a:lnTo>
                    <a:pt x="526119" y="37675"/>
                  </a:lnTo>
                  <a:lnTo>
                    <a:pt x="532848" y="41945"/>
                  </a:lnTo>
                  <a:lnTo>
                    <a:pt x="538408" y="47742"/>
                  </a:lnTo>
                  <a:lnTo>
                    <a:pt x="533109" y="52204"/>
                  </a:lnTo>
                  <a:lnTo>
                    <a:pt x="509277" y="52204"/>
                  </a:lnTo>
                  <a:lnTo>
                    <a:pt x="502276" y="53623"/>
                  </a:lnTo>
                  <a:lnTo>
                    <a:pt x="496583" y="57642"/>
                  </a:lnTo>
                  <a:lnTo>
                    <a:pt x="492756" y="63906"/>
                  </a:lnTo>
                  <a:lnTo>
                    <a:pt x="491356" y="72059"/>
                  </a:lnTo>
                  <a:lnTo>
                    <a:pt x="492744" y="80244"/>
                  </a:lnTo>
                  <a:lnTo>
                    <a:pt x="496546" y="86505"/>
                  </a:lnTo>
                  <a:lnTo>
                    <a:pt x="502214" y="90507"/>
                  </a:lnTo>
                  <a:lnTo>
                    <a:pt x="509203" y="91915"/>
                  </a:lnTo>
                  <a:lnTo>
                    <a:pt x="533219" y="91915"/>
                  </a:lnTo>
                  <a:lnTo>
                    <a:pt x="538481" y="96451"/>
                  </a:lnTo>
                  <a:lnTo>
                    <a:pt x="532848" y="102236"/>
                  </a:lnTo>
                  <a:lnTo>
                    <a:pt x="526101" y="106481"/>
                  </a:lnTo>
                  <a:lnTo>
                    <a:pt x="518372" y="109094"/>
                  </a:lnTo>
                  <a:lnTo>
                    <a:pt x="509793" y="109986"/>
                  </a:lnTo>
                  <a:close/>
                </a:path>
                <a:path w="620394" h="138429">
                  <a:moveTo>
                    <a:pt x="524543" y="59417"/>
                  </a:moveTo>
                  <a:lnTo>
                    <a:pt x="520192" y="54732"/>
                  </a:lnTo>
                  <a:lnTo>
                    <a:pt x="515545" y="52204"/>
                  </a:lnTo>
                  <a:lnTo>
                    <a:pt x="533109" y="52204"/>
                  </a:lnTo>
                  <a:lnTo>
                    <a:pt x="524543" y="59417"/>
                  </a:lnTo>
                  <a:close/>
                </a:path>
                <a:path w="620394" h="138429">
                  <a:moveTo>
                    <a:pt x="533219" y="91915"/>
                  </a:moveTo>
                  <a:lnTo>
                    <a:pt x="515398" y="91915"/>
                  </a:lnTo>
                  <a:lnTo>
                    <a:pt x="520708" y="89089"/>
                  </a:lnTo>
                  <a:lnTo>
                    <a:pt x="524764" y="84627"/>
                  </a:lnTo>
                  <a:lnTo>
                    <a:pt x="533219" y="91915"/>
                  </a:lnTo>
                  <a:close/>
                </a:path>
                <a:path w="620394" h="138429">
                  <a:moveTo>
                    <a:pt x="571609" y="108126"/>
                  </a:moveTo>
                  <a:lnTo>
                    <a:pt x="552361" y="108126"/>
                  </a:lnTo>
                  <a:lnTo>
                    <a:pt x="552361" y="966"/>
                  </a:lnTo>
                  <a:lnTo>
                    <a:pt x="571609" y="966"/>
                  </a:lnTo>
                  <a:lnTo>
                    <a:pt x="571609" y="43801"/>
                  </a:lnTo>
                  <a:lnTo>
                    <a:pt x="613321" y="43801"/>
                  </a:lnTo>
                  <a:lnTo>
                    <a:pt x="617852" y="50792"/>
                  </a:lnTo>
                  <a:lnTo>
                    <a:pt x="618133" y="52353"/>
                  </a:lnTo>
                  <a:lnTo>
                    <a:pt x="578468" y="52353"/>
                  </a:lnTo>
                  <a:lnTo>
                    <a:pt x="571609" y="57781"/>
                  </a:lnTo>
                  <a:lnTo>
                    <a:pt x="571609" y="108126"/>
                  </a:lnTo>
                  <a:close/>
                </a:path>
                <a:path w="620394" h="138429">
                  <a:moveTo>
                    <a:pt x="613321" y="43801"/>
                  </a:moveTo>
                  <a:lnTo>
                    <a:pt x="571609" y="43801"/>
                  </a:lnTo>
                  <a:lnTo>
                    <a:pt x="576698" y="36662"/>
                  </a:lnTo>
                  <a:lnTo>
                    <a:pt x="584294" y="34133"/>
                  </a:lnTo>
                  <a:lnTo>
                    <a:pt x="592111" y="34133"/>
                  </a:lnTo>
                  <a:lnTo>
                    <a:pt x="603301" y="36172"/>
                  </a:lnTo>
                  <a:lnTo>
                    <a:pt x="612097" y="41914"/>
                  </a:lnTo>
                  <a:lnTo>
                    <a:pt x="613321" y="43801"/>
                  </a:lnTo>
                  <a:close/>
                </a:path>
                <a:path w="620394" h="138429">
                  <a:moveTo>
                    <a:pt x="619915" y="108126"/>
                  </a:moveTo>
                  <a:lnTo>
                    <a:pt x="600666" y="108126"/>
                  </a:lnTo>
                  <a:lnTo>
                    <a:pt x="600666" y="58079"/>
                  </a:lnTo>
                  <a:lnTo>
                    <a:pt x="595504" y="52353"/>
                  </a:lnTo>
                  <a:lnTo>
                    <a:pt x="618133" y="52353"/>
                  </a:lnTo>
                  <a:lnTo>
                    <a:pt x="619915" y="62243"/>
                  </a:lnTo>
                  <a:lnTo>
                    <a:pt x="619915" y="108126"/>
                  </a:lnTo>
                  <a:close/>
                </a:path>
              </a:pathLst>
            </a:custGeom>
            <a:solidFill>
              <a:srgbClr val="FFFFFF">
                <a:alpha val="69799"/>
              </a:srgbClr>
            </a:solidFill>
          </p:spPr>
          <p:txBody>
            <a:bodyPr wrap="square" lIns="0" tIns="0" rIns="0" bIns="0" rtlCol="0"/>
            <a:lstStyle/>
            <a:p>
              <a:endParaRPr/>
            </a:p>
          </p:txBody>
        </p:sp>
        <p:sp>
          <p:nvSpPr>
            <p:cNvPr id="1048815" name="object 6"/>
            <p:cNvSpPr/>
            <p:nvPr/>
          </p:nvSpPr>
          <p:spPr>
            <a:xfrm>
              <a:off x="211067" y="9674437"/>
              <a:ext cx="760730" cy="332105"/>
            </a:xfrm>
            <a:custGeom>
              <a:avLst/>
              <a:gdLst/>
              <a:ahLst/>
              <a:cxnLst/>
              <a:rect l="l" t="t" r="r" b="b"/>
              <a:pathLst>
                <a:path w="760730" h="332104">
                  <a:moveTo>
                    <a:pt x="62402" y="0"/>
                  </a:moveTo>
                  <a:lnTo>
                    <a:pt x="697776" y="0"/>
                  </a:lnTo>
                  <a:lnTo>
                    <a:pt x="701873" y="0"/>
                  </a:lnTo>
                  <a:lnTo>
                    <a:pt x="705932" y="403"/>
                  </a:lnTo>
                  <a:lnTo>
                    <a:pt x="732445" y="10604"/>
                  </a:lnTo>
                  <a:lnTo>
                    <a:pt x="735852" y="12900"/>
                  </a:lnTo>
                  <a:lnTo>
                    <a:pt x="758181" y="46596"/>
                  </a:lnTo>
                  <a:lnTo>
                    <a:pt x="758980" y="50648"/>
                  </a:lnTo>
                  <a:lnTo>
                    <a:pt x="759780" y="54700"/>
                  </a:lnTo>
                  <a:lnTo>
                    <a:pt x="760179" y="58792"/>
                  </a:lnTo>
                  <a:lnTo>
                    <a:pt x="760179" y="62924"/>
                  </a:lnTo>
                  <a:lnTo>
                    <a:pt x="760179" y="268858"/>
                  </a:lnTo>
                  <a:lnTo>
                    <a:pt x="760179" y="272989"/>
                  </a:lnTo>
                  <a:lnTo>
                    <a:pt x="759780" y="277082"/>
                  </a:lnTo>
                  <a:lnTo>
                    <a:pt x="758980" y="281134"/>
                  </a:lnTo>
                  <a:lnTo>
                    <a:pt x="758181" y="285186"/>
                  </a:lnTo>
                  <a:lnTo>
                    <a:pt x="735852" y="318882"/>
                  </a:lnTo>
                  <a:lnTo>
                    <a:pt x="709951" y="330573"/>
                  </a:lnTo>
                  <a:lnTo>
                    <a:pt x="705932" y="331380"/>
                  </a:lnTo>
                  <a:lnTo>
                    <a:pt x="701873" y="331782"/>
                  </a:lnTo>
                  <a:lnTo>
                    <a:pt x="697776" y="331782"/>
                  </a:lnTo>
                  <a:lnTo>
                    <a:pt x="62402" y="331782"/>
                  </a:lnTo>
                  <a:lnTo>
                    <a:pt x="58305" y="331782"/>
                  </a:lnTo>
                  <a:lnTo>
                    <a:pt x="54247" y="331380"/>
                  </a:lnTo>
                  <a:lnTo>
                    <a:pt x="50228" y="330573"/>
                  </a:lnTo>
                  <a:lnTo>
                    <a:pt x="46209" y="329768"/>
                  </a:lnTo>
                  <a:lnTo>
                    <a:pt x="12793" y="307252"/>
                  </a:lnTo>
                  <a:lnTo>
                    <a:pt x="10516" y="303817"/>
                  </a:lnTo>
                  <a:lnTo>
                    <a:pt x="8240" y="300382"/>
                  </a:lnTo>
                  <a:lnTo>
                    <a:pt x="0" y="272989"/>
                  </a:lnTo>
                  <a:lnTo>
                    <a:pt x="0" y="268858"/>
                  </a:lnTo>
                  <a:lnTo>
                    <a:pt x="0" y="62924"/>
                  </a:lnTo>
                  <a:lnTo>
                    <a:pt x="0" y="58792"/>
                  </a:lnTo>
                  <a:lnTo>
                    <a:pt x="399" y="54700"/>
                  </a:lnTo>
                  <a:lnTo>
                    <a:pt x="10516" y="27965"/>
                  </a:lnTo>
                  <a:lnTo>
                    <a:pt x="12793" y="24530"/>
                  </a:lnTo>
                  <a:lnTo>
                    <a:pt x="15380" y="21351"/>
                  </a:lnTo>
                  <a:lnTo>
                    <a:pt x="18277" y="18430"/>
                  </a:lnTo>
                  <a:lnTo>
                    <a:pt x="21174" y="15508"/>
                  </a:lnTo>
                  <a:lnTo>
                    <a:pt x="24326" y="12900"/>
                  </a:lnTo>
                  <a:lnTo>
                    <a:pt x="27733" y="10604"/>
                  </a:lnTo>
                  <a:lnTo>
                    <a:pt x="31140" y="8309"/>
                  </a:lnTo>
                  <a:lnTo>
                    <a:pt x="58305" y="0"/>
                  </a:lnTo>
                  <a:lnTo>
                    <a:pt x="62402" y="0"/>
                  </a:lnTo>
                  <a:close/>
                </a:path>
              </a:pathLst>
            </a:custGeom>
            <a:ln w="11425">
              <a:solidFill>
                <a:srgbClr val="2A2C37"/>
              </a:solidFill>
            </a:ln>
          </p:spPr>
          <p:txBody>
            <a:bodyPr wrap="square" lIns="0" tIns="0" rIns="0" bIns="0" rtlCol="0"/>
            <a:lstStyle/>
            <a:p>
              <a:endParaRPr/>
            </a:p>
          </p:txBody>
        </p:sp>
      </p:grpSp>
      <p:sp>
        <p:nvSpPr>
          <p:cNvPr id="2" name="Title 1">
            <a:extLst>
              <a:ext uri="{FF2B5EF4-FFF2-40B4-BE49-F238E27FC236}">
                <a16:creationId xmlns="" xmlns:a16="http://schemas.microsoft.com/office/drawing/2014/main" id="{3EAA8C47-FE72-4BBB-BFFA-2DFAE8269811}"/>
              </a:ext>
            </a:extLst>
          </p:cNvPr>
          <p:cNvSpPr>
            <a:spLocks noGrp="1"/>
          </p:cNvSpPr>
          <p:nvPr>
            <p:ph type="ctrTitle"/>
          </p:nvPr>
        </p:nvSpPr>
        <p:spPr/>
        <p:txBody>
          <a:bodyPr/>
          <a:lstStyle/>
          <a:p>
            <a:pPr algn="ctr"/>
            <a:r>
              <a:rPr lang="en-US" dirty="0"/>
              <a:t>Thanks 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1655</TotalTime>
  <Words>823</Words>
  <Application>Microsoft Office PowerPoint</Application>
  <PresentationFormat>Custom</PresentationFormat>
  <Paragraphs>105</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Problem Statements</vt:lpstr>
      <vt:lpstr>Problem Statements</vt:lpstr>
      <vt:lpstr>Problem Statement</vt:lpstr>
      <vt:lpstr>Problem Statement</vt:lpstr>
      <vt:lpstr>INTRODUCTION</vt:lpstr>
      <vt:lpstr>About the device</vt:lpstr>
      <vt:lpstr>About the device</vt:lpstr>
      <vt:lpstr>Working principle</vt:lpstr>
      <vt:lpstr>PowerPoint Presentation</vt:lpstr>
      <vt:lpstr>PowerPoint Presentation</vt:lpstr>
      <vt:lpstr>Problem-solving scenarios where Wi-Stick can be beneficial</vt:lpstr>
      <vt:lpstr>Preventing Loss of Valuables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Upgrade</vt:lpstr>
      <vt:lpstr>PowerPoint Presentation</vt:lpstr>
      <vt:lpstr>The project has several unique features</vt:lpstr>
      <vt:lpstr>CONCLUSION</vt:lpstr>
      <vt:lpstr>Thanks for listening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4</dc:title>
  <cp:lastModifiedBy>user</cp:lastModifiedBy>
  <cp:revision>60</cp:revision>
  <dcterms:created xsi:type="dcterms:W3CDTF">2023-04-30T00:30:55Z</dcterms:created>
  <dcterms:modified xsi:type="dcterms:W3CDTF">2023-06-27T12:13:36Z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2023-04-30T00:00:00Z</vt:filetime>
  </property>
  <property fmtid="{D5CDD505-2E9C-101B-9397-08002B2CF9AE}" pid="3" name="Creator">
    <vt:lpwstr>Chromium</vt:lpwstr>
  </property>
  <property fmtid="{D5CDD505-2E9C-101B-9397-08002B2CF9AE}" pid="4" name="LastSaved">
    <vt:filetime>2023-04-30T00:00:00Z</vt:filetime>
  </property>
</Properties>
</file>