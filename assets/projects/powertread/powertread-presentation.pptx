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  <p:sldMasterId id="2147484194" r:id="rId2"/>
  </p:sldMasterIdLst>
  <p:notesMasterIdLst>
    <p:notesMasterId r:id="rId11"/>
  </p:notesMasterIdLst>
  <p:handoutMasterIdLst>
    <p:handoutMasterId r:id="rId12"/>
  </p:handoutMasterIdLst>
  <p:sldIdLst>
    <p:sldId id="371" r:id="rId3"/>
    <p:sldId id="430" r:id="rId4"/>
    <p:sldId id="440" r:id="rId5"/>
    <p:sldId id="438" r:id="rId6"/>
    <p:sldId id="439" r:id="rId7"/>
    <p:sldId id="434" r:id="rId8"/>
    <p:sldId id="435" r:id="rId9"/>
    <p:sldId id="441" r:id="rId10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61F2"/>
    <a:srgbClr val="E39F16"/>
    <a:srgbClr val="1181AE"/>
    <a:srgbClr val="F794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63" autoAdjust="0"/>
    <p:restoredTop sz="86356" autoAdjust="0"/>
  </p:normalViewPr>
  <p:slideViewPr>
    <p:cSldViewPr>
      <p:cViewPr>
        <p:scale>
          <a:sx n="74" d="100"/>
          <a:sy n="74" d="100"/>
        </p:scale>
        <p:origin x="-684" y="-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12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952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2D058-9647-498D-80EE-CE627AFC868E}" type="datetimeFigureOut">
              <a:rPr lang="en-US" smtClean="0"/>
              <a:t>30-Oct-23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E2FA5-B3E2-4FD0-82DC-30615C51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05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30-Oct-23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95"/>
            <a:endParaRPr lang="en-US" sz="2399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4987990"/>
            <a:ext cx="10363200" cy="610820"/>
          </a:xfrm>
        </p:spPr>
        <p:txBody>
          <a:bodyPr/>
          <a:lstStyle>
            <a:lvl1pPr algn="ctr">
              <a:defRPr lang="en-US" sz="3999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550936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9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806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3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1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000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908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22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4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26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689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11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5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595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37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51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282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6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1716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1" y="274643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61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1" y="274643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Subtitle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55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590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6"/>
            </a:lvl1pPr>
            <a:lvl2pPr>
              <a:defRPr sz="3732"/>
            </a:lvl2pPr>
            <a:lvl3pPr>
              <a:defRPr sz="3199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0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4"/>
            <a:ext cx="7315200" cy="566739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6"/>
            </a:lvl1pPr>
            <a:lvl2pPr marL="609422" indent="0">
              <a:buNone/>
              <a:defRPr sz="3732"/>
            </a:lvl2pPr>
            <a:lvl3pPr marL="1218845" indent="0">
              <a:buNone/>
              <a:defRPr sz="3199"/>
            </a:lvl3pPr>
            <a:lvl4pPr marL="1828267" indent="0">
              <a:buNone/>
              <a:defRPr sz="2666"/>
            </a:lvl4pPr>
            <a:lvl5pPr marL="2437689" indent="0">
              <a:buNone/>
              <a:defRPr sz="2666"/>
            </a:lvl5pPr>
            <a:lvl6pPr marL="3047111" indent="0">
              <a:buNone/>
              <a:defRPr sz="2666"/>
            </a:lvl6pPr>
            <a:lvl7pPr marL="3656534" indent="0">
              <a:buNone/>
              <a:defRPr sz="2666"/>
            </a:lvl7pPr>
            <a:lvl8pPr marL="4265955" indent="0">
              <a:buNone/>
              <a:defRPr sz="2666"/>
            </a:lvl8pPr>
            <a:lvl9pPr marL="4875378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2"/>
            <a:ext cx="7315200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7179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585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053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1" y="274643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Subtitle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0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44"/>
            <a:ext cx="6705600" cy="711081"/>
          </a:xfrm>
        </p:spPr>
        <p:txBody>
          <a:bodyPr>
            <a:noAutofit/>
          </a:bodyPr>
          <a:lstStyle>
            <a:lvl1pPr>
              <a:defRPr sz="3599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2B0-FEF2-4C8F-90A4-46C9D72643E3}" type="datetime1">
              <a:rPr lang="en-US" smtClean="0"/>
              <a:t>30-Oct-23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0001" y="6356356"/>
            <a:ext cx="762001" cy="365125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91440" rIns="0" bIns="91440" numCol="1" anchor="ctr" anchorCtr="1" compatLnSpc="1">
            <a:prstTxWarp prst="textNoShape">
              <a:avLst/>
            </a:prstTxWarp>
          </a:bodyPr>
          <a:lstStyle>
            <a:lvl1pPr algn="r">
              <a:defRPr lang="en-US" sz="1400" kern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6E69268-9C8B-4EBF-A9EE-DC5DC2D48DC3}" type="slidenum">
              <a:rPr lang="es-UY" smtClean="0"/>
              <a:pPr/>
              <a:t>‹#›</a:t>
            </a:fld>
            <a:endParaRPr lang="es-UY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480301" y="362139"/>
            <a:ext cx="4114800" cy="533400"/>
          </a:xfrm>
        </p:spPr>
        <p:txBody>
          <a:bodyPr anchor="ctr">
            <a:noAutofit/>
          </a:bodyPr>
          <a:lstStyle>
            <a:lvl1pPr marL="0" indent="0" algn="r">
              <a:buNone/>
              <a:defRPr sz="1999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Breadcrumb 1 &gt; Breadcrumb 2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411328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Left Clip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84391" y="1066800"/>
            <a:ext cx="4192092" cy="762000"/>
          </a:xfrm>
        </p:spPr>
        <p:txBody>
          <a:bodyPr>
            <a:noAutofit/>
          </a:bodyPr>
          <a:lstStyle>
            <a:lvl1pPr>
              <a:defRPr sz="3999" b="1"/>
            </a:lvl1pPr>
          </a:lstStyle>
          <a:p>
            <a:pPr lvl="0"/>
            <a:r>
              <a:rPr lang="en-US" dirty="0" smtClean="0"/>
              <a:t>CLICK TO EDIT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4"/>
          </p:nvPr>
        </p:nvSpPr>
        <p:spPr>
          <a:xfrm>
            <a:off x="684391" y="2057400"/>
            <a:ext cx="4192092" cy="38100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67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4" y="2870636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srgbClr val="080808">
                    <a:tint val="75000"/>
                  </a:srgbClr>
                </a:solidFill>
              </a:rPr>
              <a:pPr/>
              <a:t>30-Oct-23</a:t>
            </a:fld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srgbClr val="080808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207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1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1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74643"/>
            <a:ext cx="10972801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138426"/>
            <a:ext cx="10972801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3" y="6356355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1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9" r:id="rId10"/>
    <p:sldLayoutId id="2147483760" r:id="rId11"/>
    <p:sldLayoutId id="2147483761" r:id="rId12"/>
    <p:sldLayoutId id="2147483762" r:id="rId13"/>
    <p:sldLayoutId id="2147483765" r:id="rId14"/>
    <p:sldLayoutId id="2147483768" r:id="rId15"/>
    <p:sldLayoutId id="2147484137" r:id="rId16"/>
    <p:sldLayoutId id="2147484110" r:id="rId17"/>
  </p:sldLayoutIdLst>
  <p:timing>
    <p:tnLst>
      <p:par>
        <p:cTn id="1" dur="indefinite" restart="never" nodeType="tmRoot"/>
      </p:par>
    </p:tnLst>
  </p:timing>
  <p:txStyles>
    <p:titleStyle>
      <a:lvl1pPr algn="l" defTabSz="1218845" rtl="0" eaLnBrk="1" latinLnBrk="0" hangingPunct="1">
        <a:spcBef>
          <a:spcPct val="0"/>
        </a:spcBef>
        <a:buNone/>
        <a:defRPr sz="3199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067" indent="-457067" algn="l" defTabSz="1218845" rtl="0" eaLnBrk="1" latinLnBrk="0" hangingPunct="1">
        <a:spcBef>
          <a:spcPct val="20000"/>
        </a:spcBef>
        <a:buFont typeface="Arial" pitchFamily="34" charset="0"/>
        <a:buChar char="•"/>
        <a:defRPr sz="3599" kern="1200">
          <a:solidFill>
            <a:schemeClr val="tx1"/>
          </a:solidFill>
          <a:latin typeface="+mj-lt"/>
          <a:ea typeface="+mn-ea"/>
          <a:cs typeface="+mn-cs"/>
        </a:defRPr>
      </a:lvl1pPr>
      <a:lvl2pPr marL="990311" indent="-380889" algn="l" defTabSz="1218845" rtl="0" eaLnBrk="1" latinLnBrk="0" hangingPunct="1">
        <a:spcBef>
          <a:spcPct val="20000"/>
        </a:spcBef>
        <a:buFont typeface="Arial" pitchFamily="34" charset="0"/>
        <a:buChar char="–"/>
        <a:defRPr sz="3199" kern="1200">
          <a:solidFill>
            <a:schemeClr val="tx1"/>
          </a:solidFill>
          <a:latin typeface="+mj-lt"/>
          <a:ea typeface="+mn-ea"/>
          <a:cs typeface="+mn-cs"/>
        </a:defRPr>
      </a:lvl2pPr>
      <a:lvl3pPr marL="1523555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j-lt"/>
          <a:ea typeface="+mn-ea"/>
          <a:cs typeface="+mn-cs"/>
        </a:defRPr>
      </a:lvl3pPr>
      <a:lvl4pPr marL="2132979" indent="-304712" algn="l" defTabSz="121884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400" indent="-304712" algn="l" defTabSz="121884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1822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244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666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089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22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4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67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89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111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534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95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378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3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defTabSz="1218895"/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30-Oct-23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defTabSz="1218895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defTabSz="1218895"/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4380906" y="6477000"/>
            <a:ext cx="3415567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799" y="5962810"/>
            <a:ext cx="11074400" cy="11430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PowerTread</a:t>
            </a:r>
            <a:b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 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October, 2023</a:t>
            </a:r>
            <a:b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Content Placeholder 4"/>
          <p:cNvSpPr txBox="1">
            <a:spLocks/>
          </p:cNvSpPr>
          <p:nvPr/>
        </p:nvSpPr>
        <p:spPr>
          <a:xfrm>
            <a:off x="7071860" y="3072611"/>
            <a:ext cx="3446067" cy="738404"/>
          </a:xfrm>
          <a:prstGeom prst="rect">
            <a:avLst/>
          </a:prstGeom>
        </p:spPr>
        <p:txBody>
          <a:bodyPr/>
          <a:lstStyle>
            <a:lvl1pPr marL="0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494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18986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480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7973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prstClr val="white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0389" y="64770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C:\Users\user\Documents\Programming\CanSat\futa logo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609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4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034770" y="164217"/>
            <a:ext cx="488445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TEAM AUTO-X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25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4380906" y="6477000"/>
            <a:ext cx="3415567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0389" y="653431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C:\Users\user\Documents\Programming\CanSat\futa logo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609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4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91000" y="316396"/>
            <a:ext cx="6861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Work-done &amp; Progress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330" y="1565393"/>
            <a:ext cx="479742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bg1"/>
                </a:solidFill>
              </a:rPr>
              <a:t>Soldering of Transducers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Design </a:t>
            </a:r>
            <a:r>
              <a:rPr lang="en-US" b="1" dirty="0" smtClean="0">
                <a:solidFill>
                  <a:schemeClr val="bg1"/>
                </a:solidFill>
              </a:rPr>
              <a:t>of </a:t>
            </a:r>
            <a:r>
              <a:rPr lang="en-US" b="1" dirty="0">
                <a:solidFill>
                  <a:schemeClr val="bg1"/>
                </a:solidFill>
              </a:rPr>
              <a:t>the rectification </a:t>
            </a:r>
            <a:r>
              <a:rPr lang="en-US" b="1" dirty="0" smtClean="0">
                <a:solidFill>
                  <a:schemeClr val="bg1"/>
                </a:solidFill>
              </a:rPr>
              <a:t>circuit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bg1"/>
                </a:solidFill>
              </a:rPr>
              <a:t>Setup </a:t>
            </a:r>
            <a:r>
              <a:rPr lang="en-US" b="1" dirty="0">
                <a:solidFill>
                  <a:schemeClr val="bg1"/>
                </a:solidFill>
              </a:rPr>
              <a:t>of the rectification circuit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1" dirty="0" smtClean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" name="Picture 2" descr="C:\Users\user\Documents\Programming\Projects\PowerTread\IMG_20231028_19003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561" y="1198808"/>
            <a:ext cx="6224788" cy="466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21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4380906" y="6477000"/>
            <a:ext cx="3415567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0389" y="653431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C:\Users\user\Documents\Programming\CanSat\futa logo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609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4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69071" y="321975"/>
            <a:ext cx="6861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PowerTread Circuit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0646" y="1295400"/>
            <a:ext cx="5366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Soldering of individual Transducers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user\Documents\Programming\Projects\PowerTread\IMG_20231030_12045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484" y="2286000"/>
            <a:ext cx="4780502" cy="358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12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4380906" y="6477000"/>
            <a:ext cx="3415567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0389" y="653431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C:\Users\user\Documents\Programming\CanSat\futa logo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609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4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69071" y="321975"/>
            <a:ext cx="6861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PowerTread Circuit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0646" y="1295400"/>
            <a:ext cx="512723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Design of the rectification circuit 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and capacitor boost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" y="2693831"/>
            <a:ext cx="27717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07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4380906" y="6477000"/>
            <a:ext cx="3415567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0389" y="653431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C:\Users\user\Documents\Programming\CanSat\futa logo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609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4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69071" y="321975"/>
            <a:ext cx="6861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PowerTread Circuit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0646" y="1295400"/>
            <a:ext cx="61330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Setup over 20 Transducer for rectification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122" name="Picture 2" descr="C:\Users\user\Documents\Programming\Projects\PowerTread\IMG-20231030-WA000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1981200"/>
            <a:ext cx="5476892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65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4380906" y="6477000"/>
            <a:ext cx="3415567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0389" y="653431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C:\Users\user\Documents\Programming\CanSat\futa logo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609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4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00849" y="318330"/>
            <a:ext cx="6861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Rectification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49783" y="1371600"/>
            <a:ext cx="3507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Rectifier configuration</a:t>
            </a:r>
          </a:p>
        </p:txBody>
      </p:sp>
      <p:sp>
        <p:nvSpPr>
          <p:cNvPr id="4" name="AutoShape 4" descr="Two Diode Full Wave Rectifi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689" y="2020888"/>
            <a:ext cx="1743075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57799" y="4830132"/>
            <a:ext cx="3515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Two Diode Full Wave Rectifier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51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4380906" y="6477000"/>
            <a:ext cx="3415567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0389" y="653431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C:\Users\user\Documents\Programming\CanSat\futa logo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609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4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24200" y="318330"/>
            <a:ext cx="6861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PowerTread Circuit Testing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49783" y="1371600"/>
            <a:ext cx="3561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Voltage Output Results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37846" y="2133600"/>
            <a:ext cx="304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Rectified Peak voltage:  </a:t>
            </a:r>
            <a:r>
              <a:rPr lang="en-US" sz="2000" dirty="0">
                <a:solidFill>
                  <a:schemeClr val="bg1"/>
                </a:solidFill>
              </a:rPr>
              <a:t>2</a:t>
            </a:r>
            <a:r>
              <a:rPr lang="en-US" sz="2000" dirty="0" smtClean="0">
                <a:solidFill>
                  <a:schemeClr val="bg1"/>
                </a:solidFill>
              </a:rPr>
              <a:t>v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8" name="Picture 2" descr="Alternating Current (AC) vs. Direct Current (DC) - SparkFun 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013" y="2350998"/>
            <a:ext cx="4786987" cy="267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9811167" y="2530282"/>
            <a:ext cx="533398" cy="346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v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75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4380906" y="6477000"/>
            <a:ext cx="3415567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99060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40389" y="6534310"/>
            <a:ext cx="10896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C:\Users\user\Documents\Programming\CanSat\futa logo.jf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6" y="609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utoShape 4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6" descr="Federal University of Technology, Akure Federal University of Technology  Owerri Tai Solarin University of Education University of Abuja, student,  purple, people, university png | PNGW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67200" y="318330"/>
            <a:ext cx="68618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Challenges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49783" y="1371600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37846" y="2133600"/>
            <a:ext cx="6346737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bg1"/>
                </a:solidFill>
              </a:rPr>
              <a:t>Its appears more Spring is needed</a:t>
            </a: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bg1"/>
                </a:solidFill>
              </a:rPr>
              <a:t>More Diodes are needed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AutoShape 2" descr="Stainless Steel Precise Compression Spr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437" y="1219200"/>
            <a:ext cx="3158953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 descr="Diodes - National Instrument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437" y="4038600"/>
            <a:ext cx="3158953" cy="200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46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7_Office Theme">
  <a:themeElements>
    <a:clrScheme name="ThemeBM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14961</TotalTime>
  <Words>81</Words>
  <Application>Microsoft Office PowerPoint</Application>
  <PresentationFormat>Custom</PresentationFormat>
  <Paragraphs>42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7_Office Theme</vt:lpstr>
      <vt:lpstr>Flow</vt:lpstr>
      <vt:lpstr> Project Name:  PowerTread   Date: 30th  of October, 2023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SlideModel</Manager>
  <Company>SlideModel</Company>
  <LinksUpToDate>false</LinksUpToDate>
  <SharedDoc>false</SharedDoc>
  <HyperlinkBase>http://slidemodel.com</HyperlinkBase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Free PowerPoint Templates</dc:title>
  <dc:subject>Template</dc:subject>
  <dc:creator>SlideModel</dc:creator>
  <cp:keywords>PowerPoint, Free PowerPoint Templates, SlideModel, Presentations, Designs, Clipart</cp:keywords>
  <dc:description>Download This FREE PowerPoint Templates at http://slidemodel.com</dc:description>
  <cp:lastModifiedBy>user</cp:lastModifiedBy>
  <cp:revision>263</cp:revision>
  <dcterms:created xsi:type="dcterms:W3CDTF">2013-09-12T13:05:01Z</dcterms:created>
  <dcterms:modified xsi:type="dcterms:W3CDTF">2023-10-30T12:28:14Z</dcterms:modified>
  <cp:category>Presentations, Business Presentations, Free PowerPoint Templates</cp:category>
  <cp:contentStatus>Template</cp:contentStatus>
</cp:coreProperties>
</file>